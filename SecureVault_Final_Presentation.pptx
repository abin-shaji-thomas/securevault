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Default Extension="fntdata" ContentType="application/x-fontdata"/>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_rels/presentation.xml.rels" ContentType="application/vnd.openxmlformats-package.relationship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presProps.xml" ContentType="application/vnd.openxmlformats-officedocument.presentationml.presProps+xml"/>
  <Override PartName="/ppt/media/image17.png" ContentType="image/png"/>
  <Override PartName="/ppt/media/image8.png" ContentType="image/png"/>
  <Override PartName="/ppt/media/image9.jpeg" ContentType="image/jpeg"/>
  <Override PartName="/ppt/media/image6.jpeg" ContentType="image/jpeg"/>
  <Override PartName="/ppt/media/image12.jpeg" ContentType="image/jpeg"/>
  <Override PartName="/ppt/media/image7.jpeg" ContentType="image/jpeg"/>
  <Override PartName="/ppt/media/image15.jpeg" ContentType="image/jpeg"/>
  <Override PartName="/ppt/media/image11.jpeg" ContentType="image/jpeg"/>
  <Override PartName="/ppt/media/image16.jpeg" ContentType="image/jpeg"/>
  <Override PartName="/ppt/media/image14.jpeg" ContentType="image/jpeg"/>
  <Override PartName="/ppt/media/image3.png" ContentType="image/png"/>
  <Override PartName="/ppt/media/image1.jpeg" ContentType="image/jpeg"/>
  <Override PartName="/ppt/media/image18.svg" ContentType="image/svg"/>
  <Override PartName="/ppt/media/image4.jpeg" ContentType="image/jpeg"/>
  <Override PartName="/ppt/media/image13.jpeg" ContentType="image/jpeg"/>
  <Override PartName="/ppt/media/image2.jpeg" ContentType="image/jpeg"/>
  <Override PartName="/ppt/media/image5.jpeg" ContentType="image/jpeg"/>
  <Override PartName="/ppt/media/image10.jpeg" ContentType="image/jpeg"/>
  <Override PartName="/ppt/theme/_rels/theme1.xml.rels" ContentType="application/vnd.openxmlformats-package.relationships+xml"/>
  <Override PartName="/ppt/theme/theme1.xml" ContentType="application/vnd.openxmlformats-officedocument.theme+xml"/>
  <Override PartName="/ppt/slideLayouts/slideLayout9.xml" ContentType="application/vnd.openxmlformats-officedocument.presentationml.slideLayout+xml"/>
  <Override PartName="/ppt/slideLayouts/slideLayout13.xml" ContentType="application/vnd.openxmlformats-officedocument.presentationml.slideLayout+xml"/>
  <Override PartName="/ppt/slideLayouts/slideLayout8.xml" ContentType="application/vnd.openxmlformats-officedocument.presentationml.slideLayout+xml"/>
  <Override PartName="/ppt/slideLayouts/slideLayout12.xml" ContentType="application/vnd.openxmlformats-officedocument.presentationml.slideLayout+xml"/>
  <Override PartName="/ppt/slideLayouts/slideLayout7.xml" ContentType="application/vnd.openxmlformats-officedocument.presentationml.slideLayout+xml"/>
  <Override PartName="/ppt/slideLayouts/slideLayout18.xml" ContentType="application/vnd.openxmlformats-officedocument.presentationml.slideLayout+xml"/>
  <Override PartName="/ppt/slideLayouts/slideLayout17.xml" ContentType="application/vnd.openxmlformats-officedocument.presentationml.slideLayout+xml"/>
  <Override PartName="/ppt/slideLayouts/slideLayout1.xml" ContentType="application/vnd.openxmlformats-officedocument.presentationml.slideLayout+xml"/>
  <Override PartName="/ppt/slideLayouts/slideLayout16.xml" ContentType="application/vnd.openxmlformats-officedocument.presentationml.slideLayout+xml"/>
  <Override PartName="/ppt/slideLayouts/slideLayout14.xml" ContentType="application/vnd.openxmlformats-officedocument.presentationml.slideLayout+xml"/>
  <Override PartName="/ppt/slideLayouts/slideLayout10.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3.xml" ContentType="application/vnd.openxmlformats-officedocument.presentationml.slideLayout+xml"/>
  <Override PartName="/ppt/slideLayouts/slideLayout6.xml" ContentType="application/vnd.openxmlformats-officedocument.presentationml.slideLayout+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10.xml.rels" ContentType="application/vnd.openxmlformats-package.relationships+xml"/>
  <Override PartName="/ppt/slideLayouts/_rels/slideLayout1.xml.rels" ContentType="application/vnd.openxmlformats-package.relationships+xml"/>
  <Override PartName="/ppt/slideLayouts/_rels/slideLayout13.xml.rels" ContentType="application/vnd.openxmlformats-package.relationships+xml"/>
  <Override PartName="/ppt/slideLayouts/_rels/slideLayout8.xml.rels" ContentType="application/vnd.openxmlformats-package.relationships+xml"/>
  <Override PartName="/ppt/slideLayouts/_rels/slideLayout9.xml.rels" ContentType="application/vnd.openxmlformats-package.relationships+xml"/>
  <Override PartName="/ppt/slideLayouts/_rels/slideLayout7.xml.rels" ContentType="application/vnd.openxmlformats-package.relationships+xml"/>
  <Override PartName="/ppt/slideLayouts/_rels/slideLayout12.xml.rels" ContentType="application/vnd.openxmlformats-package.relationships+xml"/>
  <Override PartName="/ppt/slideLayouts/_rels/slideLayout17.xml.rels" ContentType="application/vnd.openxmlformats-package.relationships+xml"/>
  <Override PartName="/ppt/slideLayouts/_rels/slideLayout18.xml.rels" ContentType="application/vnd.openxmlformats-package.relationships+xml"/>
  <Override PartName="/ppt/slideLayouts/_rels/slideLayout16.xml.rels" ContentType="application/vnd.openxmlformats-package.relationships+xml"/>
  <Override PartName="/ppt/slideLayouts/_rels/slideLayout14.xml.rels" ContentType="application/vnd.openxmlformats-package.relationships+xml"/>
  <Override PartName="/ppt/slideLayouts/_rels/slideLayout15.xml.rels" ContentType="application/vnd.openxmlformats-package.relationships+xml"/>
  <Override PartName="/ppt/slideLayouts/_rels/slideLayout6.xml.rels" ContentType="application/vnd.openxmlformats-package.relationships+xml"/>
  <Override PartName="/ppt/slideLayouts/_rels/slideLayout2.xml.rels" ContentType="application/vnd.openxmlformats-package.relationships+xml"/>
  <Override PartName="/ppt/slideLayouts/slideLayout11.xml" ContentType="application/vnd.openxmlformats-officedocument.presentationml.slideLayout+xml"/>
  <Override PartName="/ppt/slides/_rels/slide11.xml.rels" ContentType="application/vnd.openxmlformats-package.relationships+xml"/>
  <Override PartName="/ppt/slides/_rels/slide9.xml.rels" ContentType="application/vnd.openxmlformats-package.relationships+xml"/>
  <Override PartName="/ppt/slides/_rels/slide8.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1.xml.rels" ContentType="application/vnd.openxmlformats-package.relationships+xml"/>
  <Override PartName="/ppt/slides/_rels/slide12.xml.rels" ContentType="application/vnd.openxmlformats-package.relationships+xml"/>
  <Override PartName="/ppt/slides/_rels/slide2.xml.rels" ContentType="application/vnd.openxmlformats-package.relationships+xml"/>
  <Override PartName="/ppt/slides/_rels/slide10.xml.rels" ContentType="application/vnd.openxmlformats-package.relationships+xml"/>
  <Override PartName="/ppt/slides/_rels/slide16.xml.rels" ContentType="application/vnd.openxmlformats-package.relationships+xml"/>
  <Override PartName="/ppt/slides/_rels/slide5.xml.rels" ContentType="application/vnd.openxmlformats-package.relationships+xml"/>
  <Override PartName="/ppt/slides/_rels/slide3.xml.rels" ContentType="application/vnd.openxmlformats-package.relationships+xml"/>
  <Override PartName="/ppt/slides/_rels/slide15.xml.rels" ContentType="application/vnd.openxmlformats-package.relationships+xml"/>
  <Override PartName="/ppt/slides/_rels/slide4.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slide12.xml" ContentType="application/vnd.openxmlformats-officedocument.presentationml.slide+xml"/>
  <Override PartName="/ppt/slides/slide14.xml" ContentType="application/vnd.openxmlformats-officedocument.presentationml.slide+xml"/>
  <Override PartName="/ppt/slides/slide6.xml" ContentType="application/vnd.openxmlformats-officedocument.presentationml.slide+xml"/>
  <Override PartName="/ppt/slides/slide15.xml" ContentType="application/vnd.openxmlformats-officedocument.presentationml.slide+xml"/>
  <Override PartName="/ppt/slides/slide3.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13.xml" ContentType="application/vnd.openxmlformats-officedocument.presentationml.slide+xml"/>
  <Override PartName="/ppt/slides/slide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2.xml" ContentType="application/vnd.openxmlformats-officedocument.presentationml.slide+xml"/>
  <Override PartName="/ppt/slides/slide7.xml" ContentType="application/vnd.openxmlformats-officedocument.presentationml.slide+xml"/>
  <Override PartName="/ppt/slides/slide11.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Lst>
  <p:sldSz cx="9144000" cy="6858000"/>
  <p:notesSz cx="7559675" cy="10691813"/>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jpeg"/><Relationship Id="rId4" Type="http://schemas.openxmlformats.org/officeDocument/2006/relationships/image" Target="../media/image4.jpeg"/>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jpeg"/>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jpeg"/>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jpeg"/>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jpeg"/>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jpeg"/>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jpeg"/>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jpeg"/>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jpeg"/>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jpeg"/>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jpeg"/>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jpeg"/>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jpeg"/>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jpeg"/>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jpeg"/>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jpeg"/>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jpeg"/>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jpeg"/>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bg>
      <p:bgPr>
        <a:blipFill rotWithShape="0">
          <a:blip r:embed="rId2"/>
          <a:stretch/>
        </a:blipFill>
      </p:bgPr>
    </p:bg>
    <p:spTree>
      <p:nvGrpSpPr>
        <p:cNvPr id="1" name=""/>
        <p:cNvGrpSpPr/>
        <p:nvPr/>
      </p:nvGrpSpPr>
      <p:grpSpPr>
        <a:xfrm>
          <a:off x="0" y="0"/>
          <a:ext cx="0" cy="0"/>
          <a:chOff x="0" y="0"/>
          <a:chExt cx="0" cy="0"/>
        </a:xfrm>
      </p:grpSpPr>
      <p:pic>
        <p:nvPicPr>
          <p:cNvPr id="2" name="Picture 7" descr="Brickwork-SD-R1acrop.jpg"/>
          <p:cNvPicPr/>
          <p:nvPr/>
        </p:nvPicPr>
        <p:blipFill>
          <a:blip r:embed="rId3"/>
          <a:stretch/>
        </p:blipFill>
        <p:spPr>
          <a:xfrm>
            <a:off x="0" y="0"/>
            <a:ext cx="9143640" cy="6857640"/>
          </a:xfrm>
          <a:prstGeom prst="rect">
            <a:avLst/>
          </a:prstGeom>
          <a:noFill/>
          <a:ln w="0">
            <a:noFill/>
          </a:ln>
        </p:spPr>
      </p:pic>
      <p:grpSp>
        <p:nvGrpSpPr>
          <p:cNvPr id="3" name="Group 9"/>
          <p:cNvGrpSpPr/>
          <p:nvPr/>
        </p:nvGrpSpPr>
        <p:grpSpPr>
          <a:xfrm>
            <a:off x="-19080" y="0"/>
            <a:ext cx="9003600" cy="6643800"/>
            <a:chOff x="-19080" y="0"/>
            <a:chExt cx="9003600" cy="6643800"/>
          </a:xfrm>
        </p:grpSpPr>
        <p:sp useBgFill="1">
          <p:nvSpPr>
            <p:cNvPr id="4" name="Rectangle 10"/>
            <p:cNvSpPr/>
            <p:nvPr/>
          </p:nvSpPr>
          <p:spPr>
            <a:xfrm>
              <a:off x="0" y="0"/>
              <a:ext cx="8984520" cy="6643800"/>
            </a:xfrm>
            <a:prstGeom prst="rect">
              <a:avLst/>
            </a:prstGeom>
            <a:ln>
              <a:noFill/>
            </a:ln>
            <a:effectLst>
              <a:outerShdw algn="tl" blurRad="98280" dir="4391803" dist="75963" rotWithShape="0">
                <a:srgbClr val="000000">
                  <a:alpha val="68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defTabSz="457200">
                <a:lnSpc>
                  <a:spcPct val="100000"/>
                </a:lnSpc>
              </a:pPr>
              <a:endParaRPr b="0" lang="en-IN" sz="1800" strike="noStrike" u="none">
                <a:solidFill>
                  <a:schemeClr val="lt1"/>
                </a:solidFill>
                <a:effectLst/>
                <a:uFillTx/>
                <a:latin typeface="Impact"/>
              </a:endParaRPr>
            </a:p>
          </p:txBody>
        </p:sp>
        <p:sp>
          <p:nvSpPr>
            <p:cNvPr id="5" name="Rectangle 12"/>
            <p:cNvSpPr/>
            <p:nvPr/>
          </p:nvSpPr>
          <p:spPr>
            <a:xfrm>
              <a:off x="0" y="5600160"/>
              <a:ext cx="8779680" cy="780120"/>
            </a:xfrm>
            <a:prstGeom prst="rect">
              <a:avLst/>
            </a:prstGeom>
            <a:gradFill rotWithShape="0">
              <a:gsLst>
                <a:gs pos="34000">
                  <a:srgbClr val="b80e0f"/>
                </a:gs>
                <a:gs pos="100000">
                  <a:srgbClr val="5c0707"/>
                </a:gs>
              </a:gsLst>
              <a:path path="circle">
                <a:fillToRect l="50000" t="50000" r="50000" b="50000"/>
              </a:path>
            </a:gradFill>
            <a:ln>
              <a:noFill/>
            </a:ln>
          </p:spPr>
          <p:style>
            <a:lnRef idx="1">
              <a:schemeClr val="accent1"/>
            </a:lnRef>
            <a:fillRef idx="3">
              <a:schemeClr val="accent1"/>
            </a:fillRef>
            <a:effectRef idx="2">
              <a:schemeClr val="accent1"/>
            </a:effectRef>
            <a:fontRef idx="minor"/>
          </p:style>
          <p:txBody>
            <a:bodyPr lIns="90000" rIns="90000" tIns="45000" bIns="45000" anchor="t">
              <a:noAutofit/>
            </a:bodyPr>
            <a:p>
              <a:pPr defTabSz="457200">
                <a:lnSpc>
                  <a:spcPct val="100000"/>
                </a:lnSpc>
              </a:pPr>
              <a:endParaRPr b="0" lang="en-IN" sz="1800" strike="noStrike" u="none">
                <a:solidFill>
                  <a:schemeClr val="lt1"/>
                </a:solidFill>
                <a:effectLst/>
                <a:uFillTx/>
                <a:latin typeface="Impact"/>
              </a:endParaRPr>
            </a:p>
          </p:txBody>
        </p:sp>
        <p:sp>
          <p:nvSpPr>
            <p:cNvPr id="6" name="Freeform 11"/>
            <p:cNvSpPr/>
            <p:nvPr/>
          </p:nvSpPr>
          <p:spPr>
            <a:xfrm>
              <a:off x="-19080" y="0"/>
              <a:ext cx="8829720" cy="6419160"/>
            </a:xfrm>
            <a:custGeom>
              <a:avLst/>
              <a:gdLst>
                <a:gd name="textAreaLeft" fmla="*/ 0 w 8829720"/>
                <a:gd name="textAreaRight" fmla="*/ 8830080 w 8829720"/>
                <a:gd name="textAreaTop" fmla="*/ 0 h 6419160"/>
                <a:gd name="textAreaBottom" fmla="*/ 6419520 h 6419160"/>
              </a:gdLst>
              <a:ahLst/>
              <a:cxnLst/>
              <a:rect l="textAreaLeft" t="textAreaTop" r="textAreaRight" b="textAreaBottom"/>
              <a:pathLst>
                <a:path w="11773291" h="6419514">
                  <a:moveTo>
                    <a:pt x="11750059" y="0"/>
                  </a:moveTo>
                  <a:lnTo>
                    <a:pt x="11773291" y="6419514"/>
                  </a:lnTo>
                  <a:lnTo>
                    <a:pt x="0" y="6411047"/>
                  </a:lnTo>
                </a:path>
              </a:pathLst>
            </a:custGeom>
            <a:noFill/>
            <a:ln w="82550">
              <a:solidFill>
                <a:srgbClr val="000000">
                  <a:lumMod val="50000"/>
                  <a:lumOff val="50000"/>
                </a:srgbClr>
              </a:solidFill>
              <a:miter/>
            </a:ln>
          </p:spPr>
          <p:style>
            <a:lnRef idx="2">
              <a:schemeClr val="accent1"/>
            </a:lnRef>
            <a:fillRef idx="0">
              <a:schemeClr val="accent1"/>
            </a:fillRef>
            <a:effectRef idx="1">
              <a:schemeClr val="accent1"/>
            </a:effectRef>
            <a:fontRef idx="minor"/>
          </p:style>
          <p:txBody>
            <a:bodyPr lIns="90000" rIns="90000" tIns="45000" bIns="45000" anchor="t">
              <a:noAutofit/>
            </a:bodyPr>
            <a:p>
              <a:pPr defTabSz="457200">
                <a:lnSpc>
                  <a:spcPct val="100000"/>
                </a:lnSpc>
              </a:pPr>
              <a:endParaRPr b="0" lang="en-IN" sz="1800" strike="noStrike" u="none">
                <a:solidFill>
                  <a:schemeClr val="dk1"/>
                </a:solidFill>
                <a:effectLst/>
                <a:uFillTx/>
                <a:latin typeface="Impact"/>
              </a:endParaRPr>
            </a:p>
          </p:txBody>
        </p:sp>
      </p:grpSp>
      <p:pic>
        <p:nvPicPr>
          <p:cNvPr id="7" name="Picture 7" descr="Brickwork-SD-R1acrop.jpg"/>
          <p:cNvPicPr/>
          <p:nvPr/>
        </p:nvPicPr>
        <p:blipFill>
          <a:blip r:embed="rId4"/>
          <a:stretch/>
        </p:blipFill>
        <p:spPr>
          <a:xfrm>
            <a:off x="0" y="0"/>
            <a:ext cx="9143640" cy="6857640"/>
          </a:xfrm>
          <a:prstGeom prst="rect">
            <a:avLst/>
          </a:prstGeom>
          <a:noFill/>
          <a:ln w="0">
            <a:noFill/>
          </a:ln>
        </p:spPr>
      </p:pic>
      <p:sp useBgFill="1">
        <p:nvSpPr>
          <p:cNvPr id="8" name="Freeform 12"/>
          <p:cNvSpPr/>
          <p:nvPr/>
        </p:nvSpPr>
        <p:spPr>
          <a:xfrm>
            <a:off x="-8640" y="-16920"/>
            <a:ext cx="8754120" cy="6451200"/>
          </a:xfrm>
          <a:custGeom>
            <a:avLst/>
            <a:gdLst>
              <a:gd name="textAreaLeft" fmla="*/ 0 w 8754120"/>
              <a:gd name="textAreaRight" fmla="*/ 8754480 w 8754120"/>
              <a:gd name="textAreaTop" fmla="*/ 0 h 6451200"/>
              <a:gd name="textAreaBottom" fmla="*/ 6451560 h 6451200"/>
            </a:gdLst>
            <a:ahLst/>
            <a:cxnLst/>
            <a:rect l="textAreaLeft" t="textAreaTop" r="textAreaRight" b="textAreaBottom"/>
            <a:pathLst>
              <a:path w="8754534" h="6451600">
                <a:moveTo>
                  <a:pt x="8373534" y="0"/>
                </a:moveTo>
                <a:lnTo>
                  <a:pt x="8754534" y="5994400"/>
                </a:lnTo>
                <a:lnTo>
                  <a:pt x="0" y="6451600"/>
                </a:lnTo>
                <a:lnTo>
                  <a:pt x="0" y="0"/>
                </a:lnTo>
                <a:lnTo>
                  <a:pt x="8373534" y="0"/>
                </a:lnTo>
                <a:close/>
              </a:path>
            </a:pathLst>
          </a:custGeom>
          <a:ln>
            <a:noFill/>
          </a:ln>
          <a:effectLst>
            <a:outerShdw algn="tl" blurRad="98280" dir="4391803" dist="75963" rotWithShape="0">
              <a:srgbClr val="000000">
                <a:alpha val="68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defTabSz="457200">
              <a:lnSpc>
                <a:spcPct val="100000"/>
              </a:lnSpc>
            </a:pPr>
            <a:endParaRPr b="0" lang="en-IN" sz="1800" strike="noStrike" u="none">
              <a:solidFill>
                <a:schemeClr val="lt1"/>
              </a:solidFill>
              <a:effectLst/>
              <a:uFillTx/>
              <a:latin typeface="Impact"/>
            </a:endParaRPr>
          </a:p>
        </p:txBody>
      </p:sp>
      <p:sp>
        <p:nvSpPr>
          <p:cNvPr id="9" name="Freeform 22"/>
          <p:cNvSpPr/>
          <p:nvPr/>
        </p:nvSpPr>
        <p:spPr>
          <a:xfrm>
            <a:off x="-10440" y="4444920"/>
            <a:ext cx="8464320" cy="1715400"/>
          </a:xfrm>
          <a:custGeom>
            <a:avLst/>
            <a:gdLst>
              <a:gd name="textAreaLeft" fmla="*/ 0 w 8464320"/>
              <a:gd name="textAreaRight" fmla="*/ 8464680 w 8464320"/>
              <a:gd name="textAreaTop" fmla="*/ 0 h 1715400"/>
              <a:gd name="textAreaBottom" fmla="*/ 1715760 h 1715400"/>
            </a:gdLst>
            <a:ahLst/>
            <a:cxnLst/>
            <a:rect l="textAreaLeft" t="textAreaTop" r="textAreaRight" b="textAreaBottom"/>
            <a:pathLst>
              <a:path w="8428428" h="1878553">
                <a:moveTo>
                  <a:pt x="0" y="438229"/>
                </a:moveTo>
                <a:lnTo>
                  <a:pt x="8343246" y="0"/>
                </a:lnTo>
                <a:lnTo>
                  <a:pt x="8428428" y="1424838"/>
                </a:lnTo>
                <a:lnTo>
                  <a:pt x="7515" y="1878553"/>
                </a:lnTo>
                <a:lnTo>
                  <a:pt x="0" y="438229"/>
                </a:lnTo>
                <a:close/>
              </a:path>
            </a:pathLst>
          </a:custGeom>
          <a:gradFill rotWithShape="0">
            <a:gsLst>
              <a:gs pos="34000">
                <a:srgbClr val="b80e0f"/>
              </a:gs>
              <a:gs pos="100000">
                <a:srgbClr val="5c0707"/>
              </a:gs>
            </a:gsLst>
            <a:path path="circle">
              <a:fillToRect l="50000" t="50000" r="50000" b="50000"/>
            </a:path>
          </a:gradFill>
          <a:ln>
            <a:noFill/>
          </a:ln>
        </p:spPr>
        <p:style>
          <a:lnRef idx="1">
            <a:schemeClr val="accent1"/>
          </a:lnRef>
          <a:fillRef idx="3">
            <a:schemeClr val="accent1"/>
          </a:fillRef>
          <a:effectRef idx="2">
            <a:schemeClr val="accent1"/>
          </a:effectRef>
          <a:fontRef idx="minor"/>
        </p:style>
        <p:txBody>
          <a:bodyPr lIns="90000" rIns="90000" tIns="45000" bIns="45000" anchor="t">
            <a:noAutofit/>
          </a:bodyPr>
          <a:p>
            <a:pPr defTabSz="457200">
              <a:lnSpc>
                <a:spcPct val="100000"/>
              </a:lnSpc>
            </a:pPr>
            <a:endParaRPr b="0" lang="en-IN" sz="1800" strike="noStrike" u="none">
              <a:solidFill>
                <a:schemeClr val="lt1"/>
              </a:solidFill>
              <a:effectLst/>
              <a:uFillTx/>
              <a:latin typeface="Impact"/>
            </a:endParaRPr>
          </a:p>
        </p:txBody>
      </p:sp>
      <p:sp>
        <p:nvSpPr>
          <p:cNvPr id="10" name="Freeform 28"/>
          <p:cNvSpPr/>
          <p:nvPr/>
        </p:nvSpPr>
        <p:spPr>
          <a:xfrm>
            <a:off x="-2880" y="0"/>
            <a:ext cx="5810760" cy="321120"/>
          </a:xfrm>
          <a:custGeom>
            <a:avLst/>
            <a:gdLst>
              <a:gd name="textAreaLeft" fmla="*/ 0 w 5810760"/>
              <a:gd name="textAreaRight" fmla="*/ 5811120 w 5810760"/>
              <a:gd name="textAreaTop" fmla="*/ 0 h 321120"/>
              <a:gd name="textAreaBottom" fmla="*/ 321480 h 321120"/>
            </a:gdLst>
            <a:ahLst/>
            <a:cxnLst/>
            <a:rect l="textAreaLeft" t="textAreaTop" r="textAreaRight" b="textAreaBottom"/>
            <a:pathLst>
              <a:path w="5811235" h="321615">
                <a:moveTo>
                  <a:pt x="0" y="0"/>
                </a:moveTo>
                <a:lnTo>
                  <a:pt x="5811235" y="0"/>
                </a:lnTo>
                <a:lnTo>
                  <a:pt x="1" y="321615"/>
                </a:lnTo>
                <a:cubicBezTo>
                  <a:pt x="1" y="214410"/>
                  <a:pt x="0" y="107205"/>
                  <a:pt x="0" y="0"/>
                </a:cubicBezTo>
                <a:close/>
              </a:path>
            </a:pathLst>
          </a:custGeom>
          <a:gradFill rotWithShape="0">
            <a:gsLst>
              <a:gs pos="34000">
                <a:srgbClr val="b80e0f"/>
              </a:gs>
              <a:gs pos="100000">
                <a:srgbClr val="5c0707"/>
              </a:gs>
            </a:gsLst>
            <a:path path="circle">
              <a:fillToRect l="50000" t="50000" r="50000" b="50000"/>
            </a:path>
          </a:gradFill>
          <a:ln>
            <a:noFill/>
          </a:ln>
        </p:spPr>
        <p:style>
          <a:lnRef idx="1">
            <a:schemeClr val="accent1"/>
          </a:lnRef>
          <a:fillRef idx="3">
            <a:schemeClr val="accent1"/>
          </a:fillRef>
          <a:effectRef idx="2">
            <a:schemeClr val="accent1"/>
          </a:effectRef>
          <a:fontRef idx="minor"/>
        </p:style>
        <p:txBody>
          <a:bodyPr lIns="90000" rIns="90000" tIns="45000" bIns="45000" anchor="t">
            <a:noAutofit/>
          </a:bodyPr>
          <a:p>
            <a:pPr defTabSz="457200">
              <a:lnSpc>
                <a:spcPct val="100000"/>
              </a:lnSpc>
            </a:pPr>
            <a:endParaRPr b="0" lang="en-IN" sz="1800" strike="noStrike" u="none">
              <a:solidFill>
                <a:schemeClr val="lt1"/>
              </a:solidFill>
              <a:effectLst/>
              <a:uFillTx/>
              <a:latin typeface="Impact"/>
            </a:endParaRPr>
          </a:p>
        </p:txBody>
      </p:sp>
      <p:sp>
        <p:nvSpPr>
          <p:cNvPr id="11" name="Freeform 29"/>
          <p:cNvSpPr/>
          <p:nvPr/>
        </p:nvSpPr>
        <p:spPr>
          <a:xfrm rot="21420000">
            <a:off x="-170640" y="212760"/>
            <a:ext cx="8480160" cy="5745600"/>
          </a:xfrm>
          <a:custGeom>
            <a:avLst/>
            <a:gdLst>
              <a:gd name="textAreaLeft" fmla="*/ 0 w 8480160"/>
              <a:gd name="textAreaRight" fmla="*/ 8480520 w 8480160"/>
              <a:gd name="textAreaTop" fmla="*/ 0 h 5745600"/>
              <a:gd name="textAreaBottom" fmla="*/ 5745960 h 5745600"/>
            </a:gdLst>
            <a:ahLst/>
            <a:cxnLst/>
            <a:rect l="textAreaLeft" t="textAreaTop" r="textAreaRight" b="textAreaBottom"/>
            <a:pathLst>
              <a:path w="11307378" h="5746008">
                <a:moveTo>
                  <a:pt x="11270997" y="0"/>
                </a:moveTo>
                <a:lnTo>
                  <a:pt x="11307378" y="5746008"/>
                </a:lnTo>
                <a:lnTo>
                  <a:pt x="1" y="5743137"/>
                </a:lnTo>
              </a:path>
            </a:pathLst>
          </a:custGeom>
          <a:noFill/>
          <a:ln w="82550">
            <a:solidFill>
              <a:srgbClr val="000000">
                <a:lumMod val="50000"/>
                <a:lumOff val="50000"/>
              </a:srgbClr>
            </a:solidFill>
            <a:miter/>
          </a:ln>
        </p:spPr>
        <p:style>
          <a:lnRef idx="2">
            <a:schemeClr val="accent1"/>
          </a:lnRef>
          <a:fillRef idx="0">
            <a:schemeClr val="accent1"/>
          </a:fillRef>
          <a:effectRef idx="1">
            <a:schemeClr val="accent1"/>
          </a:effectRef>
          <a:fontRef idx="minor"/>
        </p:style>
        <p:txBody>
          <a:bodyPr lIns="90000" rIns="90000" tIns="45000" bIns="45000" anchor="t">
            <a:noAutofit/>
          </a:bodyPr>
          <a:p>
            <a:pPr defTabSz="457200">
              <a:lnSpc>
                <a:spcPct val="100000"/>
              </a:lnSpc>
            </a:pPr>
            <a:endParaRPr b="0" lang="en-IN" sz="1800" strike="noStrike" u="none">
              <a:solidFill>
                <a:schemeClr val="dk1"/>
              </a:solidFill>
              <a:effectLst/>
              <a:uFillTx/>
              <a:latin typeface="Impact"/>
            </a:endParaRPr>
          </a:p>
        </p:txBody>
      </p:sp>
      <p:sp>
        <p:nvSpPr>
          <p:cNvPr id="12" name="PlaceHolder 1"/>
          <p:cNvSpPr>
            <a:spLocks noGrp="1"/>
          </p:cNvSpPr>
          <p:nvPr>
            <p:ph type="title"/>
          </p:nvPr>
        </p:nvSpPr>
        <p:spPr>
          <a:xfrm rot="21420000">
            <a:off x="451080" y="668160"/>
            <a:ext cx="7533000" cy="2766240"/>
          </a:xfrm>
          <a:prstGeom prst="rect">
            <a:avLst/>
          </a:prstGeom>
          <a:noFill/>
          <a:ln w="0">
            <a:noFill/>
          </a:ln>
        </p:spPr>
        <p:txBody>
          <a:bodyPr lIns="91440" rIns="91440" tIns="45720" bIns="45720" anchor="b">
            <a:normAutofit/>
          </a:bodyPr>
          <a:p>
            <a:pPr indent="0" algn="r" defTabSz="914400">
              <a:lnSpc>
                <a:spcPct val="90000"/>
              </a:lnSpc>
              <a:buNone/>
            </a:pPr>
            <a:r>
              <a:rPr b="0" lang="en-US" sz="7200" strike="noStrike" u="none" cap="all">
                <a:solidFill>
                  <a:schemeClr val="accent1"/>
                </a:solidFill>
                <a:effectLst/>
                <a:uFillTx/>
                <a:latin typeface="Impact"/>
              </a:rPr>
              <a:t>Click to edit Master title style</a:t>
            </a:r>
            <a:endParaRPr b="0" lang="en-US" sz="7200" strike="noStrike" u="none">
              <a:solidFill>
                <a:schemeClr val="dk1"/>
              </a:solidFill>
              <a:effectLst/>
              <a:uFillTx/>
              <a:latin typeface="Impact"/>
            </a:endParaRPr>
          </a:p>
        </p:txBody>
      </p:sp>
      <p:sp>
        <p:nvSpPr>
          <p:cNvPr id="13" name="PlaceHolder 2"/>
          <p:cNvSpPr>
            <a:spLocks noGrp="1"/>
          </p:cNvSpPr>
          <p:nvPr>
            <p:ph type="dt" idx="1"/>
          </p:nvPr>
        </p:nvSpPr>
        <p:spPr>
          <a:xfrm rot="21420000">
            <a:off x="3668760" y="4714200"/>
            <a:ext cx="4607280" cy="942120"/>
          </a:xfrm>
          <a:prstGeom prst="rect">
            <a:avLst/>
          </a:prstGeom>
          <a:noFill/>
          <a:ln w="0">
            <a:noFill/>
          </a:ln>
        </p:spPr>
        <p:txBody>
          <a:bodyPr lIns="91440" rIns="91440" tIns="45720" bIns="45720" anchor="ctr">
            <a:noAutofit/>
          </a:bodyPr>
          <a:lstStyle>
            <a:lvl1pPr indent="0" algn="ctr" defTabSz="457200">
              <a:lnSpc>
                <a:spcPct val="100000"/>
              </a:lnSpc>
              <a:buNone/>
              <a:defRPr b="0" lang="en-US" sz="4200" strike="noStrike" u="none" cap="all">
                <a:solidFill>
                  <a:schemeClr val="accent1">
                    <a:lumMod val="50000"/>
                  </a:schemeClr>
                </a:solidFill>
                <a:effectLst/>
                <a:uFillTx/>
                <a:latin typeface="Impact"/>
              </a:defRPr>
            </a:lvl1pPr>
          </a:lstStyle>
          <a:p>
            <a:pPr indent="0" algn="ctr" defTabSz="457200">
              <a:lnSpc>
                <a:spcPct val="100000"/>
              </a:lnSpc>
              <a:buNone/>
            </a:pPr>
            <a:r>
              <a:rPr b="0" lang="en-US" sz="4200" strike="noStrike" u="none" cap="all">
                <a:solidFill>
                  <a:schemeClr val="accent1">
                    <a:lumMod val="50000"/>
                  </a:schemeClr>
                </a:solidFill>
                <a:effectLst/>
                <a:uFillTx/>
                <a:latin typeface="Impact"/>
              </a:rPr>
              <a:t>&lt;date/time&gt;</a:t>
            </a:r>
            <a:endParaRPr b="0" lang="en-IN" sz="4200" strike="noStrike" u="none">
              <a:solidFill>
                <a:srgbClr val="000000"/>
              </a:solidFill>
              <a:effectLst/>
              <a:uFillTx/>
              <a:latin typeface="Times New Roman"/>
            </a:endParaRPr>
          </a:p>
        </p:txBody>
      </p:sp>
      <p:sp>
        <p:nvSpPr>
          <p:cNvPr id="14" name="PlaceHolder 3"/>
          <p:cNvSpPr>
            <a:spLocks noGrp="1"/>
          </p:cNvSpPr>
          <p:nvPr>
            <p:ph type="ftr" idx="2"/>
          </p:nvPr>
        </p:nvSpPr>
        <p:spPr>
          <a:xfrm rot="21420000">
            <a:off x="-11880" y="4954680"/>
            <a:ext cx="2986560" cy="918000"/>
          </a:xfrm>
          <a:prstGeom prst="rect">
            <a:avLst/>
          </a:prstGeom>
          <a:noFill/>
          <a:ln w="0">
            <a:noFill/>
          </a:ln>
        </p:spPr>
        <p:txBody>
          <a:bodyPr lIns="91440" rIns="91440" tIns="45720" bIns="45720" anchor="ctr">
            <a:noAutofit/>
          </a:bodyPr>
          <a:lstStyle>
            <a:lvl1pPr indent="0" algn="ctr">
              <a:buNone/>
              <a:defRPr b="0" lang="en-IN" sz="1400" strike="noStrike" u="none">
                <a:solidFill>
                  <a:srgbClr val="000000"/>
                </a:solidFill>
                <a:effectLst/>
                <a:uFillTx/>
                <a:latin typeface="Times New Roman"/>
              </a:defRPr>
            </a:lvl1pPr>
          </a:lstStyle>
          <a:p>
            <a:pPr indent="0" algn="ctr">
              <a:buNone/>
            </a:pPr>
            <a:r>
              <a:rPr b="0" lang="en-IN" sz="1400" strike="noStrike" u="none">
                <a:solidFill>
                  <a:srgbClr val="000000"/>
                </a:solidFill>
                <a:effectLst/>
                <a:uFillTx/>
                <a:latin typeface="Times New Roman"/>
              </a:rPr>
              <a:t>&lt;footer&gt;</a:t>
            </a:r>
            <a:endParaRPr b="0" lang="en-IN" sz="1400" strike="noStrike" u="none">
              <a:solidFill>
                <a:srgbClr val="000000"/>
              </a:solidFill>
              <a:effectLst/>
              <a:uFillTx/>
              <a:latin typeface="Times New Roman"/>
            </a:endParaRPr>
          </a:p>
        </p:txBody>
      </p:sp>
      <p:sp>
        <p:nvSpPr>
          <p:cNvPr id="15" name="PlaceHolder 4"/>
          <p:cNvSpPr>
            <a:spLocks noGrp="1"/>
          </p:cNvSpPr>
          <p:nvPr>
            <p:ph type="sldNum" idx="3"/>
          </p:nvPr>
        </p:nvSpPr>
        <p:spPr>
          <a:xfrm rot="21420000">
            <a:off x="7401240" y="3819600"/>
            <a:ext cx="680040" cy="498240"/>
          </a:xfrm>
          <a:prstGeom prst="rect">
            <a:avLst/>
          </a:prstGeom>
          <a:noFill/>
          <a:ln w="0">
            <a:noFill/>
          </a:ln>
        </p:spPr>
        <p:txBody>
          <a:bodyPr lIns="91440" rIns="91440" tIns="45720" bIns="45720" anchor="ctr">
            <a:noAutofit/>
          </a:bodyPr>
          <a:lstStyle>
            <a:lvl1pPr indent="0" algn="ctr" defTabSz="457200">
              <a:lnSpc>
                <a:spcPct val="100000"/>
              </a:lnSpc>
              <a:buNone/>
              <a:defRPr b="0" lang="en-US" sz="2400" strike="noStrike" u="none" cap="all">
                <a:solidFill>
                  <a:schemeClr val="dk1">
                    <a:lumMod val="50000"/>
                    <a:lumOff val="25000"/>
                  </a:schemeClr>
                </a:solidFill>
                <a:effectLst/>
                <a:uFillTx/>
                <a:latin typeface="Impact"/>
              </a:defRPr>
            </a:lvl1pPr>
          </a:lstStyle>
          <a:p>
            <a:pPr indent="0" algn="ctr" defTabSz="457200">
              <a:lnSpc>
                <a:spcPct val="100000"/>
              </a:lnSpc>
              <a:buNone/>
            </a:pPr>
            <a:fld id="{0A3CF81F-EF93-445D-B6EE-8006A6C5EC8D}" type="slidenum">
              <a:rPr b="0" lang="en-US" sz="2400" strike="noStrike" u="none" cap="all">
                <a:solidFill>
                  <a:schemeClr val="dk1">
                    <a:lumMod val="50000"/>
                    <a:lumOff val="25000"/>
                  </a:schemeClr>
                </a:solidFill>
                <a:effectLst/>
                <a:uFillTx/>
                <a:latin typeface="Impact"/>
              </a:rPr>
              <a:t>&lt;number&gt;</a:t>
            </a:fld>
            <a:endParaRPr b="0" lang="en-IN" sz="2400" strike="noStrike" u="none">
              <a:solidFill>
                <a:srgbClr val="000000"/>
              </a:solidFill>
              <a:effectLst/>
              <a:uFillTx/>
              <a:latin typeface="Times New Roman"/>
            </a:endParaRPr>
          </a:p>
        </p:txBody>
      </p:sp>
      <p:sp>
        <p:nvSpPr>
          <p:cNvPr id="16" name="5-Point Star 32"/>
          <p:cNvSpPr/>
          <p:nvPr/>
        </p:nvSpPr>
        <p:spPr>
          <a:xfrm rot="21420000">
            <a:off x="3121920" y="5056920"/>
            <a:ext cx="515160" cy="515160"/>
          </a:xfrm>
          <a:prstGeom prst="star5">
            <a:avLst>
              <a:gd name="adj" fmla="val 26693"/>
              <a:gd name="hf" fmla="val 105146"/>
              <a:gd name="vf" fmla="val 110557"/>
            </a:avLst>
          </a:prstGeom>
          <a:solidFill>
            <a:schemeClr val="dk1">
              <a:alpha val="40000"/>
            </a:schemeClr>
          </a:solidFill>
          <a:ln>
            <a:noFill/>
          </a:ln>
        </p:spPr>
        <p:style>
          <a:lnRef idx="1">
            <a:schemeClr val="accent1"/>
          </a:lnRef>
          <a:fillRef idx="3">
            <a:schemeClr val="accent1"/>
          </a:fillRef>
          <a:effectRef idx="2">
            <a:schemeClr val="accent1"/>
          </a:effectRef>
          <a:fontRef idx="minor"/>
        </p:style>
        <p:txBody>
          <a:bodyPr lIns="90000" rIns="90000" tIns="45000" bIns="45000" anchor="t">
            <a:noAutofit/>
          </a:bodyPr>
          <a:p>
            <a:pPr defTabSz="457200">
              <a:lnSpc>
                <a:spcPct val="100000"/>
              </a:lnSpc>
            </a:pPr>
            <a:endParaRPr b="0" lang="en-IN" sz="1800" strike="noStrike" u="none">
              <a:solidFill>
                <a:schemeClr val="lt1"/>
              </a:solidFill>
              <a:effectLst/>
              <a:uFillTx/>
              <a:latin typeface="Impact"/>
            </a:endParaRPr>
          </a:p>
        </p:txBody>
      </p:sp>
      <p:sp>
        <p:nvSpPr>
          <p:cNvPr id="17" name="PlaceHolder 5"/>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lnSpc>
                <a:spcPct val="120000"/>
              </a:lnSpc>
              <a:spcBef>
                <a:spcPts val="1417"/>
              </a:spcBef>
              <a:buClr>
                <a:srgbClr val="000000"/>
              </a:buClr>
              <a:buSzPct val="45000"/>
              <a:buFont typeface="Wingdings" charset="2"/>
              <a:buChar char=""/>
            </a:pPr>
            <a:r>
              <a:rPr b="0" lang="en-US" sz="2000" strike="noStrike" u="none" cap="all">
                <a:solidFill>
                  <a:schemeClr val="dk1"/>
                </a:solidFill>
                <a:effectLst/>
                <a:uFillTx/>
                <a:latin typeface="Impact"/>
              </a:rPr>
              <a:t>Click to edit the outline text format</a:t>
            </a:r>
            <a:endParaRPr b="0" lang="en-US" sz="2000" strike="noStrike" u="none" cap="all">
              <a:solidFill>
                <a:schemeClr val="dk1"/>
              </a:solidFill>
              <a:effectLst/>
              <a:uFillTx/>
              <a:latin typeface="Impact"/>
            </a:endParaRPr>
          </a:p>
          <a:p>
            <a:pPr lvl="1" marL="864000" indent="-324000">
              <a:lnSpc>
                <a:spcPct val="120000"/>
              </a:lnSpc>
              <a:spcBef>
                <a:spcPts val="1134"/>
              </a:spcBef>
              <a:buClr>
                <a:srgbClr val="000000"/>
              </a:buClr>
              <a:buSzPct val="75000"/>
              <a:buFont typeface="Symbol" charset="2"/>
              <a:buChar char=""/>
            </a:pPr>
            <a:r>
              <a:rPr b="0" lang="en-US" sz="1600" strike="noStrike" u="none" cap="all">
                <a:solidFill>
                  <a:schemeClr val="dk1"/>
                </a:solidFill>
                <a:effectLst/>
                <a:uFillTx/>
                <a:latin typeface="Impact"/>
              </a:rPr>
              <a:t>Second Outline Level</a:t>
            </a:r>
            <a:endParaRPr b="0" lang="en-US" sz="1600" strike="noStrike" u="none" cap="all">
              <a:solidFill>
                <a:schemeClr val="dk1"/>
              </a:solidFill>
              <a:effectLst/>
              <a:uFillTx/>
              <a:latin typeface="Impact"/>
            </a:endParaRPr>
          </a:p>
          <a:p>
            <a:pPr lvl="2" marL="1296000" indent="-288000">
              <a:lnSpc>
                <a:spcPct val="120000"/>
              </a:lnSpc>
              <a:spcBef>
                <a:spcPts val="850"/>
              </a:spcBef>
              <a:buClr>
                <a:srgbClr val="000000"/>
              </a:buClr>
              <a:buSzPct val="45000"/>
              <a:buFont typeface="Wingdings" charset="2"/>
              <a:buChar char=""/>
            </a:pPr>
            <a:r>
              <a:rPr b="0" lang="en-US" sz="1400" strike="noStrike" u="none" cap="all">
                <a:solidFill>
                  <a:schemeClr val="dk1"/>
                </a:solidFill>
                <a:effectLst/>
                <a:uFillTx/>
                <a:latin typeface="Impact"/>
              </a:rPr>
              <a:t>Third Outline Level</a:t>
            </a:r>
            <a:endParaRPr b="0" lang="en-US" sz="1400" strike="noStrike" u="none" cap="all">
              <a:solidFill>
                <a:schemeClr val="dk1"/>
              </a:solidFill>
              <a:effectLst/>
              <a:uFillTx/>
              <a:latin typeface="Impact"/>
            </a:endParaRPr>
          </a:p>
          <a:p>
            <a:pPr lvl="3" marL="1728000" indent="-216000">
              <a:lnSpc>
                <a:spcPct val="120000"/>
              </a:lnSpc>
              <a:spcBef>
                <a:spcPts val="567"/>
              </a:spcBef>
              <a:buClr>
                <a:srgbClr val="000000"/>
              </a:buClr>
              <a:buSzPct val="75000"/>
              <a:buFont typeface="Symbol" charset="2"/>
              <a:buChar char=""/>
            </a:pPr>
            <a:r>
              <a:rPr b="0" lang="en-US" sz="1400" strike="noStrike" u="none" cap="all">
                <a:solidFill>
                  <a:schemeClr val="dk1"/>
                </a:solidFill>
                <a:effectLst/>
                <a:uFillTx/>
                <a:latin typeface="Impact"/>
              </a:rPr>
              <a:t>Fourth Outline Level</a:t>
            </a:r>
            <a:endParaRPr b="0" lang="en-US" sz="1400" strike="noStrike" u="none" cap="all">
              <a:solidFill>
                <a:schemeClr val="dk1"/>
              </a:solidFill>
              <a:effectLst/>
              <a:uFillTx/>
              <a:latin typeface="Impact"/>
            </a:endParaRPr>
          </a:p>
          <a:p>
            <a:pPr lvl="4" marL="2160000" indent="-216000">
              <a:lnSpc>
                <a:spcPct val="120000"/>
              </a:lnSpc>
              <a:spcBef>
                <a:spcPts val="283"/>
              </a:spcBef>
              <a:buClr>
                <a:srgbClr val="000000"/>
              </a:buClr>
              <a:buSzPct val="45000"/>
              <a:buFont typeface="Wingdings" charset="2"/>
              <a:buChar char=""/>
            </a:pPr>
            <a:r>
              <a:rPr b="0" lang="en-US" sz="2000" strike="noStrike" u="none" cap="all">
                <a:solidFill>
                  <a:schemeClr val="dk1"/>
                </a:solidFill>
                <a:effectLst/>
                <a:uFillTx/>
                <a:latin typeface="Impact"/>
              </a:rPr>
              <a:t>Fifth Outline Level</a:t>
            </a:r>
            <a:endParaRPr b="0" lang="en-US" sz="2000" strike="noStrike" u="none" cap="all">
              <a:solidFill>
                <a:schemeClr val="dk1"/>
              </a:solidFill>
              <a:effectLst/>
              <a:uFillTx/>
              <a:latin typeface="Impact"/>
            </a:endParaRPr>
          </a:p>
          <a:p>
            <a:pPr lvl="5" marL="2592000" indent="-216000">
              <a:lnSpc>
                <a:spcPct val="120000"/>
              </a:lnSpc>
              <a:spcBef>
                <a:spcPts val="283"/>
              </a:spcBef>
              <a:buClr>
                <a:srgbClr val="000000"/>
              </a:buClr>
              <a:buSzPct val="45000"/>
              <a:buFont typeface="Wingdings" charset="2"/>
              <a:buChar char=""/>
            </a:pPr>
            <a:r>
              <a:rPr b="0" lang="en-US" sz="2000" strike="noStrike" u="none" cap="all">
                <a:solidFill>
                  <a:schemeClr val="dk1"/>
                </a:solidFill>
                <a:effectLst/>
                <a:uFillTx/>
                <a:latin typeface="Impact"/>
              </a:rPr>
              <a:t>Sixth Outline Level</a:t>
            </a:r>
            <a:endParaRPr b="0" lang="en-US" sz="2000" strike="noStrike" u="none" cap="all">
              <a:solidFill>
                <a:schemeClr val="dk1"/>
              </a:solidFill>
              <a:effectLst/>
              <a:uFillTx/>
              <a:latin typeface="Impact"/>
            </a:endParaRPr>
          </a:p>
          <a:p>
            <a:pPr lvl="6" marL="3024000" indent="-216000">
              <a:lnSpc>
                <a:spcPct val="120000"/>
              </a:lnSpc>
              <a:spcBef>
                <a:spcPts val="283"/>
              </a:spcBef>
              <a:buClr>
                <a:srgbClr val="000000"/>
              </a:buClr>
              <a:buSzPct val="45000"/>
              <a:buFont typeface="Wingdings" charset="2"/>
              <a:buChar char=""/>
            </a:pPr>
            <a:r>
              <a:rPr b="0" lang="en-US" sz="2000" strike="noStrike" u="none" cap="all">
                <a:solidFill>
                  <a:schemeClr val="dk1"/>
                </a:solidFill>
                <a:effectLst/>
                <a:uFillTx/>
                <a:latin typeface="Impact"/>
              </a:rPr>
              <a:t>Seventh Outline Level</a:t>
            </a:r>
            <a:endParaRPr b="0" lang="en-US" sz="2000" strike="noStrike" u="none" cap="all">
              <a:solidFill>
                <a:schemeClr val="dk1"/>
              </a:solidFill>
              <a:effectLst/>
              <a:uFillTx/>
              <a:latin typeface="Impact"/>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anoramic Picture with Caption">
    <p:bg>
      <p:bgPr>
        <a:blipFill rotWithShape="0">
          <a:blip r:embed="rId2"/>
          <a:stretch/>
        </a:blipFill>
      </p:bgPr>
    </p:bg>
    <p:spTree>
      <p:nvGrpSpPr>
        <p:cNvPr id="1" name=""/>
        <p:cNvGrpSpPr/>
        <p:nvPr/>
      </p:nvGrpSpPr>
      <p:grpSpPr>
        <a:xfrm>
          <a:off x="0" y="0"/>
          <a:ext cx="0" cy="0"/>
          <a:chOff x="0" y="0"/>
          <a:chExt cx="0" cy="0"/>
        </a:xfrm>
      </p:grpSpPr>
      <p:pic>
        <p:nvPicPr>
          <p:cNvPr id="18" name="Picture 7" descr="Brickwork-SD-R1acrop.jpg"/>
          <p:cNvPicPr/>
          <p:nvPr/>
        </p:nvPicPr>
        <p:blipFill>
          <a:blip r:embed="rId3"/>
          <a:stretch/>
        </p:blipFill>
        <p:spPr>
          <a:xfrm>
            <a:off x="0" y="0"/>
            <a:ext cx="9143640" cy="6857640"/>
          </a:xfrm>
          <a:prstGeom prst="rect">
            <a:avLst/>
          </a:prstGeom>
          <a:noFill/>
          <a:ln w="0">
            <a:noFill/>
          </a:ln>
        </p:spPr>
      </p:pic>
      <p:grpSp>
        <p:nvGrpSpPr>
          <p:cNvPr id="19" name="Group 9"/>
          <p:cNvGrpSpPr/>
          <p:nvPr/>
        </p:nvGrpSpPr>
        <p:grpSpPr>
          <a:xfrm>
            <a:off x="-19080" y="0"/>
            <a:ext cx="9003600" cy="6643800"/>
            <a:chOff x="-19080" y="0"/>
            <a:chExt cx="9003600" cy="6643800"/>
          </a:xfrm>
        </p:grpSpPr>
        <p:sp useBgFill="1">
          <p:nvSpPr>
            <p:cNvPr id="20" name="Rectangle 10"/>
            <p:cNvSpPr/>
            <p:nvPr/>
          </p:nvSpPr>
          <p:spPr>
            <a:xfrm>
              <a:off x="0" y="0"/>
              <a:ext cx="8984520" cy="6643800"/>
            </a:xfrm>
            <a:prstGeom prst="rect">
              <a:avLst/>
            </a:prstGeom>
            <a:ln>
              <a:noFill/>
            </a:ln>
            <a:effectLst>
              <a:outerShdw algn="tl" blurRad="98280" dir="4391803" dist="75963" rotWithShape="0">
                <a:srgbClr val="000000">
                  <a:alpha val="68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defTabSz="457200">
                <a:lnSpc>
                  <a:spcPct val="100000"/>
                </a:lnSpc>
              </a:pPr>
              <a:endParaRPr b="0" lang="en-IN" sz="1800" strike="noStrike" u="none">
                <a:solidFill>
                  <a:schemeClr val="lt1"/>
                </a:solidFill>
                <a:effectLst/>
                <a:uFillTx/>
                <a:latin typeface="Impact"/>
              </a:endParaRPr>
            </a:p>
          </p:txBody>
        </p:sp>
        <p:sp>
          <p:nvSpPr>
            <p:cNvPr id="21" name="Rectangle 12"/>
            <p:cNvSpPr/>
            <p:nvPr/>
          </p:nvSpPr>
          <p:spPr>
            <a:xfrm>
              <a:off x="0" y="5600160"/>
              <a:ext cx="8779680" cy="780120"/>
            </a:xfrm>
            <a:prstGeom prst="rect">
              <a:avLst/>
            </a:prstGeom>
            <a:gradFill rotWithShape="0">
              <a:gsLst>
                <a:gs pos="34000">
                  <a:srgbClr val="b80e0f"/>
                </a:gs>
                <a:gs pos="100000">
                  <a:srgbClr val="5c0707"/>
                </a:gs>
              </a:gsLst>
              <a:path path="circle">
                <a:fillToRect l="50000" t="50000" r="50000" b="50000"/>
              </a:path>
            </a:gradFill>
            <a:ln>
              <a:noFill/>
            </a:ln>
          </p:spPr>
          <p:style>
            <a:lnRef idx="1">
              <a:schemeClr val="accent1"/>
            </a:lnRef>
            <a:fillRef idx="3">
              <a:schemeClr val="accent1"/>
            </a:fillRef>
            <a:effectRef idx="2">
              <a:schemeClr val="accent1"/>
            </a:effectRef>
            <a:fontRef idx="minor"/>
          </p:style>
          <p:txBody>
            <a:bodyPr lIns="90000" rIns="90000" tIns="45000" bIns="45000" anchor="t">
              <a:noAutofit/>
            </a:bodyPr>
            <a:p>
              <a:pPr defTabSz="457200">
                <a:lnSpc>
                  <a:spcPct val="100000"/>
                </a:lnSpc>
              </a:pPr>
              <a:endParaRPr b="0" lang="en-IN" sz="1800" strike="noStrike" u="none">
                <a:solidFill>
                  <a:schemeClr val="lt1"/>
                </a:solidFill>
                <a:effectLst/>
                <a:uFillTx/>
                <a:latin typeface="Impact"/>
              </a:endParaRPr>
            </a:p>
          </p:txBody>
        </p:sp>
        <p:sp>
          <p:nvSpPr>
            <p:cNvPr id="22" name="Freeform 11"/>
            <p:cNvSpPr/>
            <p:nvPr/>
          </p:nvSpPr>
          <p:spPr>
            <a:xfrm>
              <a:off x="-19080" y="0"/>
              <a:ext cx="8829720" cy="6419160"/>
            </a:xfrm>
            <a:custGeom>
              <a:avLst/>
              <a:gdLst>
                <a:gd name="textAreaLeft" fmla="*/ 0 w 8829720"/>
                <a:gd name="textAreaRight" fmla="*/ 8830080 w 8829720"/>
                <a:gd name="textAreaTop" fmla="*/ 0 h 6419160"/>
                <a:gd name="textAreaBottom" fmla="*/ 6419520 h 6419160"/>
              </a:gdLst>
              <a:ahLst/>
              <a:cxnLst/>
              <a:rect l="textAreaLeft" t="textAreaTop" r="textAreaRight" b="textAreaBottom"/>
              <a:pathLst>
                <a:path w="11773291" h="6419514">
                  <a:moveTo>
                    <a:pt x="11750059" y="0"/>
                  </a:moveTo>
                  <a:lnTo>
                    <a:pt x="11773291" y="6419514"/>
                  </a:lnTo>
                  <a:lnTo>
                    <a:pt x="0" y="6411047"/>
                  </a:lnTo>
                </a:path>
              </a:pathLst>
            </a:custGeom>
            <a:noFill/>
            <a:ln w="82550">
              <a:solidFill>
                <a:srgbClr val="000000">
                  <a:lumMod val="50000"/>
                  <a:lumOff val="50000"/>
                </a:srgbClr>
              </a:solidFill>
              <a:miter/>
            </a:ln>
          </p:spPr>
          <p:style>
            <a:lnRef idx="2">
              <a:schemeClr val="accent1"/>
            </a:lnRef>
            <a:fillRef idx="0">
              <a:schemeClr val="accent1"/>
            </a:fillRef>
            <a:effectRef idx="1">
              <a:schemeClr val="accent1"/>
            </a:effectRef>
            <a:fontRef idx="minor"/>
          </p:style>
          <p:txBody>
            <a:bodyPr lIns="90000" rIns="90000" tIns="45000" bIns="45000" anchor="t">
              <a:noAutofit/>
            </a:bodyPr>
            <a:p>
              <a:pPr defTabSz="457200">
                <a:lnSpc>
                  <a:spcPct val="100000"/>
                </a:lnSpc>
              </a:pPr>
              <a:endParaRPr b="0" lang="en-IN" sz="1800" strike="noStrike" u="none">
                <a:solidFill>
                  <a:schemeClr val="dk1"/>
                </a:solidFill>
                <a:effectLst/>
                <a:uFillTx/>
                <a:latin typeface="Impact"/>
              </a:endParaRPr>
            </a:p>
          </p:txBody>
        </p:sp>
      </p:grpSp>
      <p:sp>
        <p:nvSpPr>
          <p:cNvPr id="23" name="PlaceHolder 1"/>
          <p:cNvSpPr>
            <a:spLocks noGrp="1"/>
          </p:cNvSpPr>
          <p:nvPr>
            <p:ph type="title"/>
          </p:nvPr>
        </p:nvSpPr>
        <p:spPr>
          <a:xfrm>
            <a:off x="514440" y="4106160"/>
            <a:ext cx="7795800" cy="588600"/>
          </a:xfrm>
          <a:prstGeom prst="rect">
            <a:avLst/>
          </a:prstGeom>
          <a:noFill/>
          <a:ln w="0">
            <a:noFill/>
          </a:ln>
        </p:spPr>
        <p:txBody>
          <a:bodyPr lIns="91440" rIns="91440" tIns="45720" bIns="45720" anchor="b">
            <a:noAutofit/>
          </a:bodyPr>
          <a:p>
            <a:pPr indent="0" defTabSz="914400">
              <a:lnSpc>
                <a:spcPct val="90000"/>
              </a:lnSpc>
              <a:buNone/>
            </a:pPr>
            <a:r>
              <a:rPr b="0" lang="en-US" sz="3200" strike="noStrike" u="none" cap="all">
                <a:solidFill>
                  <a:schemeClr val="accent1"/>
                </a:solidFill>
                <a:effectLst/>
                <a:uFillTx/>
                <a:latin typeface="Impact"/>
              </a:rPr>
              <a:t>Click to edit Master title style</a:t>
            </a:r>
            <a:endParaRPr b="0" lang="en-US" sz="3200" strike="noStrike" u="none">
              <a:solidFill>
                <a:schemeClr val="dk1"/>
              </a:solidFill>
              <a:effectLst/>
              <a:uFillTx/>
              <a:latin typeface="Impact"/>
            </a:endParaRPr>
          </a:p>
        </p:txBody>
      </p:sp>
      <p:sp>
        <p:nvSpPr>
          <p:cNvPr id="24" name="PlaceHolder 2"/>
          <p:cNvSpPr>
            <a:spLocks noGrp="1"/>
          </p:cNvSpPr>
          <p:nvPr>
            <p:ph type="body"/>
          </p:nvPr>
        </p:nvSpPr>
        <p:spPr>
          <a:xfrm>
            <a:off x="514440" y="685800"/>
            <a:ext cx="7794000" cy="3194640"/>
          </a:xfrm>
          <a:prstGeom prst="rect">
            <a:avLst/>
          </a:prstGeom>
          <a:noFill/>
          <a:ln w="57240">
            <a:solidFill>
              <a:schemeClr val="lt1">
                <a:lumMod val="50000"/>
              </a:schemeClr>
            </a:solidFill>
            <a:miter/>
          </a:ln>
        </p:spPr>
        <p:txBody>
          <a:bodyPr lIns="90000" rIns="90000" tIns="45000" bIns="45000" anchor="t">
            <a:noAutofit/>
          </a:bodyPr>
          <a:p>
            <a:pPr indent="0" algn="ctr" defTabSz="457200">
              <a:lnSpc>
                <a:spcPct val="100000"/>
              </a:lnSpc>
              <a:buNone/>
              <a:tabLst>
                <a:tab algn="l" pos="0"/>
              </a:tabLst>
            </a:pPr>
            <a:r>
              <a:rPr b="0" lang="en-US" sz="3200" strike="noStrike" u="none">
                <a:solidFill>
                  <a:schemeClr val="dk1"/>
                </a:solidFill>
                <a:effectLst/>
                <a:uFillTx/>
                <a:latin typeface="Impact"/>
              </a:rPr>
              <a:t>Click icon to add picture</a:t>
            </a:r>
            <a:endParaRPr b="0" lang="en-US" sz="3200" strike="noStrike" u="none" cap="all">
              <a:solidFill>
                <a:schemeClr val="dk1"/>
              </a:solidFill>
              <a:effectLst/>
              <a:uFillTx/>
              <a:latin typeface="Impact"/>
            </a:endParaRPr>
          </a:p>
        </p:txBody>
      </p:sp>
      <p:sp>
        <p:nvSpPr>
          <p:cNvPr id="25" name="PlaceHolder 3"/>
          <p:cNvSpPr>
            <a:spLocks noGrp="1"/>
          </p:cNvSpPr>
          <p:nvPr>
            <p:ph type="body"/>
          </p:nvPr>
        </p:nvSpPr>
        <p:spPr>
          <a:xfrm>
            <a:off x="514440" y="4703040"/>
            <a:ext cx="7795800" cy="682200"/>
          </a:xfrm>
          <a:prstGeom prst="rect">
            <a:avLst/>
          </a:prstGeom>
          <a:noFill/>
          <a:ln w="0">
            <a:noFill/>
          </a:ln>
        </p:spPr>
        <p:txBody>
          <a:bodyPr lIns="91440" rIns="91440" tIns="45720" bIns="45720" anchor="t">
            <a:noAutofit/>
          </a:bodyPr>
          <a:p>
            <a:pPr indent="0" defTabSz="914400">
              <a:lnSpc>
                <a:spcPct val="120000"/>
              </a:lnSpc>
              <a:spcBef>
                <a:spcPts val="1001"/>
              </a:spcBef>
              <a:buNone/>
              <a:tabLst>
                <a:tab algn="l" pos="0"/>
              </a:tabLst>
            </a:pPr>
            <a:r>
              <a:rPr b="0" lang="en-US" sz="1600" strike="noStrike" u="none" cap="all">
                <a:solidFill>
                  <a:schemeClr val="dk1"/>
                </a:solidFill>
                <a:effectLst/>
                <a:uFillTx/>
                <a:latin typeface="Impact"/>
              </a:rPr>
              <a:t>Click to edit Master text styles</a:t>
            </a:r>
            <a:endParaRPr b="0" lang="en-US" sz="1600" strike="noStrike" u="none" cap="all">
              <a:solidFill>
                <a:schemeClr val="dk1"/>
              </a:solidFill>
              <a:effectLst/>
              <a:uFillTx/>
              <a:latin typeface="Impact"/>
            </a:endParaRPr>
          </a:p>
        </p:txBody>
      </p:sp>
      <p:sp>
        <p:nvSpPr>
          <p:cNvPr id="26" name="PlaceHolder 4"/>
          <p:cNvSpPr>
            <a:spLocks noGrp="1"/>
          </p:cNvSpPr>
          <p:nvPr>
            <p:ph type="dt" idx="4"/>
          </p:nvPr>
        </p:nvSpPr>
        <p:spPr>
          <a:xfrm>
            <a:off x="5473440" y="5757480"/>
            <a:ext cx="2838240" cy="498240"/>
          </a:xfrm>
          <a:prstGeom prst="rect">
            <a:avLst/>
          </a:prstGeom>
          <a:noFill/>
          <a:ln w="0">
            <a:noFill/>
          </a:ln>
        </p:spPr>
        <p:txBody>
          <a:bodyPr lIns="91440" rIns="91440" tIns="45720" bIns="45720" anchor="ctr">
            <a:noAutofit/>
          </a:bodyPr>
          <a:lstStyle>
            <a:lvl1pPr indent="0" algn="r" defTabSz="457200">
              <a:lnSpc>
                <a:spcPct val="100000"/>
              </a:lnSpc>
              <a:buNone/>
              <a:defRPr b="0" lang="en-US" sz="2800" strike="noStrike" u="none" cap="all">
                <a:solidFill>
                  <a:schemeClr val="accent1">
                    <a:lumMod val="50000"/>
                  </a:schemeClr>
                </a:solidFill>
                <a:effectLst/>
                <a:uFillTx/>
                <a:latin typeface="Impact"/>
              </a:defRPr>
            </a:lvl1pPr>
          </a:lstStyle>
          <a:p>
            <a:pPr indent="0" algn="r" defTabSz="457200">
              <a:lnSpc>
                <a:spcPct val="100000"/>
              </a:lnSpc>
              <a:buNone/>
            </a:pPr>
            <a:r>
              <a:rPr b="0" lang="en-US" sz="2800" strike="noStrike" u="none" cap="all">
                <a:solidFill>
                  <a:schemeClr val="accent1">
                    <a:lumMod val="50000"/>
                  </a:schemeClr>
                </a:solidFill>
                <a:effectLst/>
                <a:uFillTx/>
                <a:latin typeface="Impact"/>
              </a:rPr>
              <a:t>&lt;date/time&gt;</a:t>
            </a:r>
            <a:endParaRPr b="0" lang="en-IN" sz="2800" strike="noStrike" u="none">
              <a:solidFill>
                <a:srgbClr val="000000"/>
              </a:solidFill>
              <a:effectLst/>
              <a:uFillTx/>
              <a:latin typeface="Times New Roman"/>
            </a:endParaRPr>
          </a:p>
        </p:txBody>
      </p:sp>
      <p:sp>
        <p:nvSpPr>
          <p:cNvPr id="27" name="PlaceHolder 5"/>
          <p:cNvSpPr>
            <a:spLocks noGrp="1"/>
          </p:cNvSpPr>
          <p:nvPr>
            <p:ph type="ftr" idx="5"/>
          </p:nvPr>
        </p:nvSpPr>
        <p:spPr>
          <a:xfrm>
            <a:off x="514440" y="5757480"/>
            <a:ext cx="4124520" cy="498240"/>
          </a:xfrm>
          <a:prstGeom prst="rect">
            <a:avLst/>
          </a:prstGeom>
          <a:noFill/>
          <a:ln w="0">
            <a:noFill/>
          </a:ln>
        </p:spPr>
        <p:txBody>
          <a:bodyPr lIns="91440" rIns="91440" tIns="45720" bIns="45720" anchor="ctr">
            <a:noAutofit/>
          </a:bodyPr>
          <a:lstStyle>
            <a:lvl1pPr indent="0" algn="ctr">
              <a:buNone/>
              <a:defRPr b="0" lang="en-IN" sz="1400" strike="noStrike" u="none">
                <a:solidFill>
                  <a:srgbClr val="000000"/>
                </a:solidFill>
                <a:effectLst/>
                <a:uFillTx/>
                <a:latin typeface="Times New Roman"/>
              </a:defRPr>
            </a:lvl1pPr>
          </a:lstStyle>
          <a:p>
            <a:pPr indent="0" algn="ctr">
              <a:buNone/>
            </a:pPr>
            <a:r>
              <a:rPr b="0" lang="en-IN" sz="1400" strike="noStrike" u="none">
                <a:solidFill>
                  <a:srgbClr val="000000"/>
                </a:solidFill>
                <a:effectLst/>
                <a:uFillTx/>
                <a:latin typeface="Times New Roman"/>
              </a:rPr>
              <a:t>&lt;footer&gt;</a:t>
            </a:r>
            <a:endParaRPr b="0" lang="en-IN" sz="1400" strike="noStrike" u="none">
              <a:solidFill>
                <a:srgbClr val="000000"/>
              </a:solidFill>
              <a:effectLst/>
              <a:uFillTx/>
              <a:latin typeface="Times New Roman"/>
            </a:endParaRPr>
          </a:p>
        </p:txBody>
      </p:sp>
      <p:sp>
        <p:nvSpPr>
          <p:cNvPr id="28" name="PlaceHolder 6"/>
          <p:cNvSpPr>
            <a:spLocks noGrp="1"/>
          </p:cNvSpPr>
          <p:nvPr>
            <p:ph type="sldNum" idx="6"/>
          </p:nvPr>
        </p:nvSpPr>
        <p:spPr>
          <a:xfrm>
            <a:off x="4715280" y="5757480"/>
            <a:ext cx="680040" cy="498240"/>
          </a:xfrm>
          <a:prstGeom prst="rect">
            <a:avLst/>
          </a:prstGeom>
          <a:noFill/>
          <a:ln w="0">
            <a:noFill/>
          </a:ln>
        </p:spPr>
        <p:txBody>
          <a:bodyPr lIns="91440" rIns="91440" tIns="45720" bIns="45720" anchor="ctr">
            <a:noAutofit/>
          </a:bodyPr>
          <a:lstStyle>
            <a:lvl1pPr indent="0" algn="ctr" defTabSz="457200">
              <a:lnSpc>
                <a:spcPct val="100000"/>
              </a:lnSpc>
              <a:buNone/>
              <a:defRPr b="0" lang="en-US" sz="2800" strike="noStrike" u="none" cap="all">
                <a:solidFill>
                  <a:schemeClr val="accent1">
                    <a:lumMod val="50000"/>
                  </a:schemeClr>
                </a:solidFill>
                <a:effectLst/>
                <a:uFillTx/>
                <a:latin typeface="Impact"/>
              </a:defRPr>
            </a:lvl1pPr>
          </a:lstStyle>
          <a:p>
            <a:pPr indent="0" algn="ctr" defTabSz="457200">
              <a:lnSpc>
                <a:spcPct val="100000"/>
              </a:lnSpc>
              <a:buNone/>
            </a:pPr>
            <a:fld id="{F6A63CB1-986E-4522-BE8B-F3378D6C3F40}" type="slidenum">
              <a:rPr b="0" lang="en-US" sz="2800" strike="noStrike" u="none" cap="all">
                <a:solidFill>
                  <a:schemeClr val="accent1">
                    <a:lumMod val="50000"/>
                  </a:schemeClr>
                </a:solidFill>
                <a:effectLst/>
                <a:uFillTx/>
                <a:latin typeface="Impact"/>
              </a:rPr>
              <a:t>&lt;number&gt;</a:t>
            </a:fld>
            <a:endParaRPr b="0" lang="en-IN" sz="2800" strike="noStrike" u="non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and Caption">
    <p:bg>
      <p:bgPr>
        <a:blipFill rotWithShape="0">
          <a:blip r:embed="rId2"/>
          <a:stretch/>
        </a:blipFill>
      </p:bgPr>
    </p:bg>
    <p:spTree>
      <p:nvGrpSpPr>
        <p:cNvPr id="1" name=""/>
        <p:cNvGrpSpPr/>
        <p:nvPr/>
      </p:nvGrpSpPr>
      <p:grpSpPr>
        <a:xfrm>
          <a:off x="0" y="0"/>
          <a:ext cx="0" cy="0"/>
          <a:chOff x="0" y="0"/>
          <a:chExt cx="0" cy="0"/>
        </a:xfrm>
      </p:grpSpPr>
      <p:pic>
        <p:nvPicPr>
          <p:cNvPr id="29" name="Picture 7" descr="Brickwork-SD-R1acrop.jpg"/>
          <p:cNvPicPr/>
          <p:nvPr/>
        </p:nvPicPr>
        <p:blipFill>
          <a:blip r:embed="rId3"/>
          <a:stretch/>
        </p:blipFill>
        <p:spPr>
          <a:xfrm>
            <a:off x="0" y="0"/>
            <a:ext cx="9143640" cy="6857640"/>
          </a:xfrm>
          <a:prstGeom prst="rect">
            <a:avLst/>
          </a:prstGeom>
          <a:noFill/>
          <a:ln w="0">
            <a:noFill/>
          </a:ln>
        </p:spPr>
      </p:pic>
      <p:grpSp>
        <p:nvGrpSpPr>
          <p:cNvPr id="30" name="Group 9"/>
          <p:cNvGrpSpPr/>
          <p:nvPr/>
        </p:nvGrpSpPr>
        <p:grpSpPr>
          <a:xfrm>
            <a:off x="-19080" y="0"/>
            <a:ext cx="9003600" cy="6643800"/>
            <a:chOff x="-19080" y="0"/>
            <a:chExt cx="9003600" cy="6643800"/>
          </a:xfrm>
        </p:grpSpPr>
        <p:sp useBgFill="1">
          <p:nvSpPr>
            <p:cNvPr id="31" name="Rectangle 10"/>
            <p:cNvSpPr/>
            <p:nvPr/>
          </p:nvSpPr>
          <p:spPr>
            <a:xfrm>
              <a:off x="0" y="0"/>
              <a:ext cx="8984520" cy="6643800"/>
            </a:xfrm>
            <a:prstGeom prst="rect">
              <a:avLst/>
            </a:prstGeom>
            <a:ln>
              <a:noFill/>
            </a:ln>
            <a:effectLst>
              <a:outerShdw algn="tl" blurRad="98280" dir="4391803" dist="75963" rotWithShape="0">
                <a:srgbClr val="000000">
                  <a:alpha val="68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defTabSz="457200">
                <a:lnSpc>
                  <a:spcPct val="100000"/>
                </a:lnSpc>
              </a:pPr>
              <a:endParaRPr b="0" lang="en-IN" sz="1800" strike="noStrike" u="none">
                <a:solidFill>
                  <a:schemeClr val="lt1"/>
                </a:solidFill>
                <a:effectLst/>
                <a:uFillTx/>
                <a:latin typeface="Impact"/>
              </a:endParaRPr>
            </a:p>
          </p:txBody>
        </p:sp>
        <p:sp>
          <p:nvSpPr>
            <p:cNvPr id="32" name="Rectangle 12"/>
            <p:cNvSpPr/>
            <p:nvPr/>
          </p:nvSpPr>
          <p:spPr>
            <a:xfrm>
              <a:off x="0" y="5600160"/>
              <a:ext cx="8779680" cy="780120"/>
            </a:xfrm>
            <a:prstGeom prst="rect">
              <a:avLst/>
            </a:prstGeom>
            <a:gradFill rotWithShape="0">
              <a:gsLst>
                <a:gs pos="34000">
                  <a:srgbClr val="b80e0f"/>
                </a:gs>
                <a:gs pos="100000">
                  <a:srgbClr val="5c0707"/>
                </a:gs>
              </a:gsLst>
              <a:path path="circle">
                <a:fillToRect l="50000" t="50000" r="50000" b="50000"/>
              </a:path>
            </a:gradFill>
            <a:ln>
              <a:noFill/>
            </a:ln>
          </p:spPr>
          <p:style>
            <a:lnRef idx="1">
              <a:schemeClr val="accent1"/>
            </a:lnRef>
            <a:fillRef idx="3">
              <a:schemeClr val="accent1"/>
            </a:fillRef>
            <a:effectRef idx="2">
              <a:schemeClr val="accent1"/>
            </a:effectRef>
            <a:fontRef idx="minor"/>
          </p:style>
          <p:txBody>
            <a:bodyPr lIns="90000" rIns="90000" tIns="45000" bIns="45000" anchor="t">
              <a:noAutofit/>
            </a:bodyPr>
            <a:p>
              <a:pPr defTabSz="457200">
                <a:lnSpc>
                  <a:spcPct val="100000"/>
                </a:lnSpc>
              </a:pPr>
              <a:endParaRPr b="0" lang="en-IN" sz="1800" strike="noStrike" u="none">
                <a:solidFill>
                  <a:schemeClr val="lt1"/>
                </a:solidFill>
                <a:effectLst/>
                <a:uFillTx/>
                <a:latin typeface="Impact"/>
              </a:endParaRPr>
            </a:p>
          </p:txBody>
        </p:sp>
        <p:sp>
          <p:nvSpPr>
            <p:cNvPr id="33" name="Freeform 11"/>
            <p:cNvSpPr/>
            <p:nvPr/>
          </p:nvSpPr>
          <p:spPr>
            <a:xfrm>
              <a:off x="-19080" y="0"/>
              <a:ext cx="8829720" cy="6419160"/>
            </a:xfrm>
            <a:custGeom>
              <a:avLst/>
              <a:gdLst>
                <a:gd name="textAreaLeft" fmla="*/ 0 w 8829720"/>
                <a:gd name="textAreaRight" fmla="*/ 8830080 w 8829720"/>
                <a:gd name="textAreaTop" fmla="*/ 0 h 6419160"/>
                <a:gd name="textAreaBottom" fmla="*/ 6419520 h 6419160"/>
              </a:gdLst>
              <a:ahLst/>
              <a:cxnLst/>
              <a:rect l="textAreaLeft" t="textAreaTop" r="textAreaRight" b="textAreaBottom"/>
              <a:pathLst>
                <a:path w="11773291" h="6419514">
                  <a:moveTo>
                    <a:pt x="11750059" y="0"/>
                  </a:moveTo>
                  <a:lnTo>
                    <a:pt x="11773291" y="6419514"/>
                  </a:lnTo>
                  <a:lnTo>
                    <a:pt x="0" y="6411047"/>
                  </a:lnTo>
                </a:path>
              </a:pathLst>
            </a:custGeom>
            <a:noFill/>
            <a:ln w="82550">
              <a:solidFill>
                <a:srgbClr val="000000">
                  <a:lumMod val="50000"/>
                  <a:lumOff val="50000"/>
                </a:srgbClr>
              </a:solidFill>
              <a:miter/>
            </a:ln>
          </p:spPr>
          <p:style>
            <a:lnRef idx="2">
              <a:schemeClr val="accent1"/>
            </a:lnRef>
            <a:fillRef idx="0">
              <a:schemeClr val="accent1"/>
            </a:fillRef>
            <a:effectRef idx="1">
              <a:schemeClr val="accent1"/>
            </a:effectRef>
            <a:fontRef idx="minor"/>
          </p:style>
          <p:txBody>
            <a:bodyPr lIns="90000" rIns="90000" tIns="45000" bIns="45000" anchor="t">
              <a:noAutofit/>
            </a:bodyPr>
            <a:p>
              <a:pPr defTabSz="457200">
                <a:lnSpc>
                  <a:spcPct val="100000"/>
                </a:lnSpc>
              </a:pPr>
              <a:endParaRPr b="0" lang="en-IN" sz="1800" strike="noStrike" u="none">
                <a:solidFill>
                  <a:schemeClr val="dk1"/>
                </a:solidFill>
                <a:effectLst/>
                <a:uFillTx/>
                <a:latin typeface="Impact"/>
              </a:endParaRPr>
            </a:p>
          </p:txBody>
        </p:sp>
      </p:grpSp>
      <p:sp>
        <p:nvSpPr>
          <p:cNvPr id="34" name="PlaceHolder 1"/>
          <p:cNvSpPr>
            <a:spLocks noGrp="1"/>
          </p:cNvSpPr>
          <p:nvPr>
            <p:ph type="title"/>
          </p:nvPr>
        </p:nvSpPr>
        <p:spPr>
          <a:xfrm>
            <a:off x="514440" y="685800"/>
            <a:ext cx="7797240" cy="3194640"/>
          </a:xfrm>
          <a:prstGeom prst="rect">
            <a:avLst/>
          </a:prstGeom>
          <a:noFill/>
          <a:ln w="0">
            <a:noFill/>
          </a:ln>
        </p:spPr>
        <p:txBody>
          <a:bodyPr lIns="91440" rIns="91440" tIns="45720" bIns="45720" anchor="ctr">
            <a:normAutofit/>
          </a:bodyPr>
          <a:p>
            <a:pPr indent="0" algn="ctr" defTabSz="914400">
              <a:lnSpc>
                <a:spcPct val="90000"/>
              </a:lnSpc>
              <a:buNone/>
            </a:pPr>
            <a:r>
              <a:rPr b="0" lang="en-US" sz="4800" strike="noStrike" u="none" cap="all">
                <a:solidFill>
                  <a:schemeClr val="accent1"/>
                </a:solidFill>
                <a:effectLst/>
                <a:uFillTx/>
                <a:latin typeface="Impact"/>
              </a:rPr>
              <a:t>Click to edit Master title style</a:t>
            </a:r>
            <a:endParaRPr b="0" lang="en-US" sz="4800" strike="noStrike" u="none">
              <a:solidFill>
                <a:schemeClr val="dk1"/>
              </a:solidFill>
              <a:effectLst/>
              <a:uFillTx/>
              <a:latin typeface="Impact"/>
            </a:endParaRPr>
          </a:p>
        </p:txBody>
      </p:sp>
      <p:sp>
        <p:nvSpPr>
          <p:cNvPr id="35" name="PlaceHolder 2"/>
          <p:cNvSpPr>
            <a:spLocks noGrp="1"/>
          </p:cNvSpPr>
          <p:nvPr>
            <p:ph type="body"/>
          </p:nvPr>
        </p:nvSpPr>
        <p:spPr>
          <a:xfrm>
            <a:off x="514440" y="4106160"/>
            <a:ext cx="7795800" cy="1273320"/>
          </a:xfrm>
          <a:prstGeom prst="rect">
            <a:avLst/>
          </a:prstGeom>
          <a:noFill/>
          <a:ln w="0">
            <a:noFill/>
          </a:ln>
        </p:spPr>
        <p:txBody>
          <a:bodyPr lIns="91440" rIns="91440" tIns="45720" bIns="45720" anchor="ctr">
            <a:normAutofit/>
          </a:bodyPr>
          <a:p>
            <a:pPr indent="0" algn="ctr" defTabSz="914400">
              <a:lnSpc>
                <a:spcPct val="120000"/>
              </a:lnSpc>
              <a:spcBef>
                <a:spcPts val="1001"/>
              </a:spcBef>
              <a:buNone/>
              <a:tabLst>
                <a:tab algn="l" pos="0"/>
              </a:tabLst>
            </a:pPr>
            <a:r>
              <a:rPr b="0" lang="en-US" sz="1800" strike="noStrike" u="none" cap="all">
                <a:solidFill>
                  <a:schemeClr val="dk1"/>
                </a:solidFill>
                <a:effectLst/>
                <a:uFillTx/>
                <a:latin typeface="Impact"/>
              </a:rPr>
              <a:t>Click to edit Master text styles</a:t>
            </a:r>
            <a:endParaRPr b="0" lang="en-US" sz="1800" strike="noStrike" u="none" cap="all">
              <a:solidFill>
                <a:schemeClr val="dk1"/>
              </a:solidFill>
              <a:effectLst/>
              <a:uFillTx/>
              <a:latin typeface="Impact"/>
            </a:endParaRPr>
          </a:p>
        </p:txBody>
      </p:sp>
      <p:sp>
        <p:nvSpPr>
          <p:cNvPr id="36" name="PlaceHolder 3"/>
          <p:cNvSpPr>
            <a:spLocks noGrp="1"/>
          </p:cNvSpPr>
          <p:nvPr>
            <p:ph type="dt" idx="7"/>
          </p:nvPr>
        </p:nvSpPr>
        <p:spPr>
          <a:xfrm>
            <a:off x="5473440" y="5757480"/>
            <a:ext cx="2838240" cy="498240"/>
          </a:xfrm>
          <a:prstGeom prst="rect">
            <a:avLst/>
          </a:prstGeom>
          <a:noFill/>
          <a:ln w="0">
            <a:noFill/>
          </a:ln>
        </p:spPr>
        <p:txBody>
          <a:bodyPr lIns="91440" rIns="91440" tIns="45720" bIns="45720" anchor="ctr">
            <a:noAutofit/>
          </a:bodyPr>
          <a:lstStyle>
            <a:lvl1pPr indent="0" algn="r" defTabSz="457200">
              <a:lnSpc>
                <a:spcPct val="100000"/>
              </a:lnSpc>
              <a:buNone/>
              <a:defRPr b="0" lang="en-US" sz="2800" strike="noStrike" u="none" cap="all">
                <a:solidFill>
                  <a:schemeClr val="accent1">
                    <a:lumMod val="50000"/>
                  </a:schemeClr>
                </a:solidFill>
                <a:effectLst/>
                <a:uFillTx/>
                <a:latin typeface="Impact"/>
              </a:defRPr>
            </a:lvl1pPr>
          </a:lstStyle>
          <a:p>
            <a:pPr indent="0" algn="r" defTabSz="457200">
              <a:lnSpc>
                <a:spcPct val="100000"/>
              </a:lnSpc>
              <a:buNone/>
            </a:pPr>
            <a:r>
              <a:rPr b="0" lang="en-US" sz="2800" strike="noStrike" u="none" cap="all">
                <a:solidFill>
                  <a:schemeClr val="accent1">
                    <a:lumMod val="50000"/>
                  </a:schemeClr>
                </a:solidFill>
                <a:effectLst/>
                <a:uFillTx/>
                <a:latin typeface="Impact"/>
              </a:rPr>
              <a:t>&lt;date/time&gt;</a:t>
            </a:r>
            <a:endParaRPr b="0" lang="en-IN" sz="2800" strike="noStrike" u="none">
              <a:solidFill>
                <a:srgbClr val="000000"/>
              </a:solidFill>
              <a:effectLst/>
              <a:uFillTx/>
              <a:latin typeface="Times New Roman"/>
            </a:endParaRPr>
          </a:p>
        </p:txBody>
      </p:sp>
      <p:sp>
        <p:nvSpPr>
          <p:cNvPr id="37" name="PlaceHolder 4"/>
          <p:cNvSpPr>
            <a:spLocks noGrp="1"/>
          </p:cNvSpPr>
          <p:nvPr>
            <p:ph type="ftr" idx="8"/>
          </p:nvPr>
        </p:nvSpPr>
        <p:spPr>
          <a:xfrm>
            <a:off x="514440" y="5757480"/>
            <a:ext cx="4124520" cy="498240"/>
          </a:xfrm>
          <a:prstGeom prst="rect">
            <a:avLst/>
          </a:prstGeom>
          <a:noFill/>
          <a:ln w="0">
            <a:noFill/>
          </a:ln>
        </p:spPr>
        <p:txBody>
          <a:bodyPr lIns="91440" rIns="91440" tIns="45720" bIns="45720" anchor="ctr">
            <a:noAutofit/>
          </a:bodyPr>
          <a:lstStyle>
            <a:lvl1pPr indent="0" algn="ctr">
              <a:buNone/>
              <a:defRPr b="0" lang="en-IN" sz="1400" strike="noStrike" u="none">
                <a:solidFill>
                  <a:srgbClr val="000000"/>
                </a:solidFill>
                <a:effectLst/>
                <a:uFillTx/>
                <a:latin typeface="Times New Roman"/>
              </a:defRPr>
            </a:lvl1pPr>
          </a:lstStyle>
          <a:p>
            <a:pPr indent="0" algn="ctr">
              <a:buNone/>
            </a:pPr>
            <a:r>
              <a:rPr b="0" lang="en-IN" sz="1400" strike="noStrike" u="none">
                <a:solidFill>
                  <a:srgbClr val="000000"/>
                </a:solidFill>
                <a:effectLst/>
                <a:uFillTx/>
                <a:latin typeface="Times New Roman"/>
              </a:rPr>
              <a:t>&lt;footer&gt;</a:t>
            </a:r>
            <a:endParaRPr b="0" lang="en-IN" sz="1400" strike="noStrike" u="none">
              <a:solidFill>
                <a:srgbClr val="000000"/>
              </a:solidFill>
              <a:effectLst/>
              <a:uFillTx/>
              <a:latin typeface="Times New Roman"/>
            </a:endParaRPr>
          </a:p>
        </p:txBody>
      </p:sp>
      <p:sp>
        <p:nvSpPr>
          <p:cNvPr id="38" name="PlaceHolder 5"/>
          <p:cNvSpPr>
            <a:spLocks noGrp="1"/>
          </p:cNvSpPr>
          <p:nvPr>
            <p:ph type="sldNum" idx="9"/>
          </p:nvPr>
        </p:nvSpPr>
        <p:spPr>
          <a:xfrm>
            <a:off x="4715280" y="5757480"/>
            <a:ext cx="680040" cy="498240"/>
          </a:xfrm>
          <a:prstGeom prst="rect">
            <a:avLst/>
          </a:prstGeom>
          <a:noFill/>
          <a:ln w="0">
            <a:noFill/>
          </a:ln>
        </p:spPr>
        <p:txBody>
          <a:bodyPr lIns="91440" rIns="91440" tIns="45720" bIns="45720" anchor="ctr">
            <a:noAutofit/>
          </a:bodyPr>
          <a:lstStyle>
            <a:lvl1pPr indent="0" algn="ctr" defTabSz="457200">
              <a:lnSpc>
                <a:spcPct val="100000"/>
              </a:lnSpc>
              <a:buNone/>
              <a:defRPr b="0" lang="en-US" sz="2800" strike="noStrike" u="none" cap="all">
                <a:solidFill>
                  <a:schemeClr val="accent1">
                    <a:lumMod val="50000"/>
                  </a:schemeClr>
                </a:solidFill>
                <a:effectLst/>
                <a:uFillTx/>
                <a:latin typeface="Impact"/>
              </a:defRPr>
            </a:lvl1pPr>
          </a:lstStyle>
          <a:p>
            <a:pPr indent="0" algn="ctr" defTabSz="457200">
              <a:lnSpc>
                <a:spcPct val="100000"/>
              </a:lnSpc>
              <a:buNone/>
            </a:pPr>
            <a:fld id="{F4C2C8B1-A178-44FF-9313-61F539579D52}" type="slidenum">
              <a:rPr b="0" lang="en-US" sz="2800" strike="noStrike" u="none" cap="all">
                <a:solidFill>
                  <a:schemeClr val="accent1">
                    <a:lumMod val="50000"/>
                  </a:schemeClr>
                </a:solidFill>
                <a:effectLst/>
                <a:uFillTx/>
                <a:latin typeface="Impact"/>
              </a:rPr>
              <a:t>&lt;number&gt;</a:t>
            </a:fld>
            <a:endParaRPr b="0" lang="en-IN" sz="2800" strike="noStrike" u="non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Quote with Caption">
    <p:bg>
      <p:bgPr>
        <a:blipFill rotWithShape="0">
          <a:blip r:embed="rId2"/>
          <a:stretch/>
        </a:blipFill>
      </p:bgPr>
    </p:bg>
    <p:spTree>
      <p:nvGrpSpPr>
        <p:cNvPr id="1" name=""/>
        <p:cNvGrpSpPr/>
        <p:nvPr/>
      </p:nvGrpSpPr>
      <p:grpSpPr>
        <a:xfrm>
          <a:off x="0" y="0"/>
          <a:ext cx="0" cy="0"/>
          <a:chOff x="0" y="0"/>
          <a:chExt cx="0" cy="0"/>
        </a:xfrm>
      </p:grpSpPr>
      <p:pic>
        <p:nvPicPr>
          <p:cNvPr id="39" name="Picture 7" descr="Brickwork-SD-R1acrop.jpg"/>
          <p:cNvPicPr/>
          <p:nvPr/>
        </p:nvPicPr>
        <p:blipFill>
          <a:blip r:embed="rId3"/>
          <a:stretch/>
        </p:blipFill>
        <p:spPr>
          <a:xfrm>
            <a:off x="0" y="0"/>
            <a:ext cx="9143640" cy="6857640"/>
          </a:xfrm>
          <a:prstGeom prst="rect">
            <a:avLst/>
          </a:prstGeom>
          <a:noFill/>
          <a:ln w="0">
            <a:noFill/>
          </a:ln>
        </p:spPr>
      </p:pic>
      <p:grpSp>
        <p:nvGrpSpPr>
          <p:cNvPr id="40" name="Group 9"/>
          <p:cNvGrpSpPr/>
          <p:nvPr/>
        </p:nvGrpSpPr>
        <p:grpSpPr>
          <a:xfrm>
            <a:off x="-19080" y="0"/>
            <a:ext cx="9003600" cy="6643800"/>
            <a:chOff x="-19080" y="0"/>
            <a:chExt cx="9003600" cy="6643800"/>
          </a:xfrm>
        </p:grpSpPr>
        <p:sp useBgFill="1">
          <p:nvSpPr>
            <p:cNvPr id="41" name="Rectangle 10"/>
            <p:cNvSpPr/>
            <p:nvPr/>
          </p:nvSpPr>
          <p:spPr>
            <a:xfrm>
              <a:off x="0" y="0"/>
              <a:ext cx="8984520" cy="6643800"/>
            </a:xfrm>
            <a:prstGeom prst="rect">
              <a:avLst/>
            </a:prstGeom>
            <a:ln>
              <a:noFill/>
            </a:ln>
            <a:effectLst>
              <a:outerShdw algn="tl" blurRad="98280" dir="4391803" dist="75963" rotWithShape="0">
                <a:srgbClr val="000000">
                  <a:alpha val="68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defTabSz="457200">
                <a:lnSpc>
                  <a:spcPct val="100000"/>
                </a:lnSpc>
              </a:pPr>
              <a:endParaRPr b="0" lang="en-IN" sz="1800" strike="noStrike" u="none">
                <a:solidFill>
                  <a:schemeClr val="lt1"/>
                </a:solidFill>
                <a:effectLst/>
                <a:uFillTx/>
                <a:latin typeface="Impact"/>
              </a:endParaRPr>
            </a:p>
          </p:txBody>
        </p:sp>
        <p:sp>
          <p:nvSpPr>
            <p:cNvPr id="42" name="Rectangle 12"/>
            <p:cNvSpPr/>
            <p:nvPr/>
          </p:nvSpPr>
          <p:spPr>
            <a:xfrm>
              <a:off x="0" y="5600160"/>
              <a:ext cx="8779680" cy="780120"/>
            </a:xfrm>
            <a:prstGeom prst="rect">
              <a:avLst/>
            </a:prstGeom>
            <a:gradFill rotWithShape="0">
              <a:gsLst>
                <a:gs pos="34000">
                  <a:srgbClr val="b80e0f"/>
                </a:gs>
                <a:gs pos="100000">
                  <a:srgbClr val="5c0707"/>
                </a:gs>
              </a:gsLst>
              <a:path path="circle">
                <a:fillToRect l="50000" t="50000" r="50000" b="50000"/>
              </a:path>
            </a:gradFill>
            <a:ln>
              <a:noFill/>
            </a:ln>
          </p:spPr>
          <p:style>
            <a:lnRef idx="1">
              <a:schemeClr val="accent1"/>
            </a:lnRef>
            <a:fillRef idx="3">
              <a:schemeClr val="accent1"/>
            </a:fillRef>
            <a:effectRef idx="2">
              <a:schemeClr val="accent1"/>
            </a:effectRef>
            <a:fontRef idx="minor"/>
          </p:style>
          <p:txBody>
            <a:bodyPr lIns="90000" rIns="90000" tIns="45000" bIns="45000" anchor="t">
              <a:noAutofit/>
            </a:bodyPr>
            <a:p>
              <a:pPr defTabSz="457200">
                <a:lnSpc>
                  <a:spcPct val="100000"/>
                </a:lnSpc>
              </a:pPr>
              <a:endParaRPr b="0" lang="en-IN" sz="1800" strike="noStrike" u="none">
                <a:solidFill>
                  <a:schemeClr val="lt1"/>
                </a:solidFill>
                <a:effectLst/>
                <a:uFillTx/>
                <a:latin typeface="Impact"/>
              </a:endParaRPr>
            </a:p>
          </p:txBody>
        </p:sp>
        <p:sp>
          <p:nvSpPr>
            <p:cNvPr id="43" name="Freeform 11"/>
            <p:cNvSpPr/>
            <p:nvPr/>
          </p:nvSpPr>
          <p:spPr>
            <a:xfrm>
              <a:off x="-19080" y="0"/>
              <a:ext cx="8829720" cy="6419160"/>
            </a:xfrm>
            <a:custGeom>
              <a:avLst/>
              <a:gdLst>
                <a:gd name="textAreaLeft" fmla="*/ 0 w 8829720"/>
                <a:gd name="textAreaRight" fmla="*/ 8830080 w 8829720"/>
                <a:gd name="textAreaTop" fmla="*/ 0 h 6419160"/>
                <a:gd name="textAreaBottom" fmla="*/ 6419520 h 6419160"/>
              </a:gdLst>
              <a:ahLst/>
              <a:cxnLst/>
              <a:rect l="textAreaLeft" t="textAreaTop" r="textAreaRight" b="textAreaBottom"/>
              <a:pathLst>
                <a:path w="11773291" h="6419514">
                  <a:moveTo>
                    <a:pt x="11750059" y="0"/>
                  </a:moveTo>
                  <a:lnTo>
                    <a:pt x="11773291" y="6419514"/>
                  </a:lnTo>
                  <a:lnTo>
                    <a:pt x="0" y="6411047"/>
                  </a:lnTo>
                </a:path>
              </a:pathLst>
            </a:custGeom>
            <a:noFill/>
            <a:ln w="82550">
              <a:solidFill>
                <a:srgbClr val="000000">
                  <a:lumMod val="50000"/>
                  <a:lumOff val="50000"/>
                </a:srgbClr>
              </a:solidFill>
              <a:miter/>
            </a:ln>
          </p:spPr>
          <p:style>
            <a:lnRef idx="2">
              <a:schemeClr val="accent1"/>
            </a:lnRef>
            <a:fillRef idx="0">
              <a:schemeClr val="accent1"/>
            </a:fillRef>
            <a:effectRef idx="1">
              <a:schemeClr val="accent1"/>
            </a:effectRef>
            <a:fontRef idx="minor"/>
          </p:style>
          <p:txBody>
            <a:bodyPr lIns="90000" rIns="90000" tIns="45000" bIns="45000" anchor="t">
              <a:noAutofit/>
            </a:bodyPr>
            <a:p>
              <a:pPr defTabSz="457200">
                <a:lnSpc>
                  <a:spcPct val="100000"/>
                </a:lnSpc>
              </a:pPr>
              <a:endParaRPr b="0" lang="en-IN" sz="1800" strike="noStrike" u="none">
                <a:solidFill>
                  <a:schemeClr val="dk1"/>
                </a:solidFill>
                <a:effectLst/>
                <a:uFillTx/>
                <a:latin typeface="Impact"/>
              </a:endParaRPr>
            </a:p>
          </p:txBody>
        </p:sp>
      </p:grpSp>
      <p:sp>
        <p:nvSpPr>
          <p:cNvPr id="44" name="PlaceHolder 1"/>
          <p:cNvSpPr>
            <a:spLocks noGrp="1"/>
          </p:cNvSpPr>
          <p:nvPr>
            <p:ph type="title"/>
          </p:nvPr>
        </p:nvSpPr>
        <p:spPr>
          <a:xfrm>
            <a:off x="841320" y="685800"/>
            <a:ext cx="7143480" cy="2916360"/>
          </a:xfrm>
          <a:prstGeom prst="rect">
            <a:avLst/>
          </a:prstGeom>
          <a:noFill/>
          <a:ln w="0">
            <a:noFill/>
          </a:ln>
        </p:spPr>
        <p:txBody>
          <a:bodyPr lIns="91440" rIns="91440" tIns="45720" bIns="45720" anchor="ctr">
            <a:normAutofit/>
          </a:bodyPr>
          <a:p>
            <a:pPr indent="0" algn="ctr" defTabSz="914400">
              <a:lnSpc>
                <a:spcPct val="90000"/>
              </a:lnSpc>
              <a:buNone/>
            </a:pPr>
            <a:r>
              <a:rPr b="0" lang="en-US" sz="4800" strike="noStrike" u="none" cap="all">
                <a:solidFill>
                  <a:schemeClr val="accent1"/>
                </a:solidFill>
                <a:effectLst/>
                <a:uFillTx/>
                <a:latin typeface="Impact"/>
              </a:rPr>
              <a:t>Click to edit Master title style</a:t>
            </a:r>
            <a:endParaRPr b="0" lang="en-US" sz="4800" strike="noStrike" u="none">
              <a:solidFill>
                <a:schemeClr val="dk1"/>
              </a:solidFill>
              <a:effectLst/>
              <a:uFillTx/>
              <a:latin typeface="Impact"/>
            </a:endParaRPr>
          </a:p>
        </p:txBody>
      </p:sp>
      <p:sp>
        <p:nvSpPr>
          <p:cNvPr id="45" name="PlaceHolder 2"/>
          <p:cNvSpPr>
            <a:spLocks noGrp="1"/>
          </p:cNvSpPr>
          <p:nvPr>
            <p:ph type="body"/>
          </p:nvPr>
        </p:nvSpPr>
        <p:spPr>
          <a:xfrm>
            <a:off x="1162800" y="3610080"/>
            <a:ext cx="6500520" cy="377280"/>
          </a:xfrm>
          <a:prstGeom prst="rect">
            <a:avLst/>
          </a:prstGeom>
          <a:noFill/>
          <a:ln w="0">
            <a:noFill/>
          </a:ln>
        </p:spPr>
        <p:txBody>
          <a:bodyPr lIns="91440" rIns="91440" tIns="45720" bIns="45720" anchor="t">
            <a:normAutofit/>
          </a:bodyPr>
          <a:p>
            <a:pPr indent="0" algn="r" defTabSz="914400">
              <a:lnSpc>
                <a:spcPct val="120000"/>
              </a:lnSpc>
              <a:spcBef>
                <a:spcPts val="1001"/>
              </a:spcBef>
              <a:buNone/>
              <a:tabLst>
                <a:tab algn="l" pos="0"/>
              </a:tabLst>
            </a:pPr>
            <a:r>
              <a:rPr b="0" lang="en-US" sz="1400" strike="noStrike" u="none" cap="all">
                <a:solidFill>
                  <a:schemeClr val="dk1">
                    <a:lumMod val="50000"/>
                    <a:lumOff val="50000"/>
                  </a:schemeClr>
                </a:solidFill>
                <a:effectLst/>
                <a:uFillTx/>
                <a:latin typeface="Impact"/>
              </a:rPr>
              <a:t>Click to edit Master text styles</a:t>
            </a:r>
            <a:endParaRPr b="0" lang="en-US" sz="1400" strike="noStrike" u="none" cap="all">
              <a:solidFill>
                <a:schemeClr val="dk1"/>
              </a:solidFill>
              <a:effectLst/>
              <a:uFillTx/>
              <a:latin typeface="Impact"/>
            </a:endParaRPr>
          </a:p>
        </p:txBody>
      </p:sp>
      <p:sp>
        <p:nvSpPr>
          <p:cNvPr id="46" name="PlaceHolder 3"/>
          <p:cNvSpPr>
            <a:spLocks noGrp="1"/>
          </p:cNvSpPr>
          <p:nvPr>
            <p:ph type="body"/>
          </p:nvPr>
        </p:nvSpPr>
        <p:spPr>
          <a:xfrm>
            <a:off x="514440" y="4106160"/>
            <a:ext cx="7797240" cy="1267920"/>
          </a:xfrm>
          <a:prstGeom prst="rect">
            <a:avLst/>
          </a:prstGeom>
          <a:noFill/>
          <a:ln w="0">
            <a:noFill/>
          </a:ln>
        </p:spPr>
        <p:txBody>
          <a:bodyPr lIns="91440" rIns="91440" tIns="45720" bIns="45720" anchor="ctr">
            <a:normAutofit/>
          </a:bodyPr>
          <a:p>
            <a:pPr indent="0" algn="ctr" defTabSz="914400">
              <a:lnSpc>
                <a:spcPct val="120000"/>
              </a:lnSpc>
              <a:spcBef>
                <a:spcPts val="1001"/>
              </a:spcBef>
              <a:buNone/>
              <a:tabLst>
                <a:tab algn="l" pos="0"/>
              </a:tabLst>
            </a:pPr>
            <a:r>
              <a:rPr b="0" lang="en-US" sz="1800" strike="noStrike" u="none" cap="all">
                <a:solidFill>
                  <a:schemeClr val="dk1"/>
                </a:solidFill>
                <a:effectLst/>
                <a:uFillTx/>
                <a:latin typeface="Impact"/>
              </a:rPr>
              <a:t>Click to edit Master text styles</a:t>
            </a:r>
            <a:endParaRPr b="0" lang="en-US" sz="1800" strike="noStrike" u="none" cap="all">
              <a:solidFill>
                <a:schemeClr val="dk1"/>
              </a:solidFill>
              <a:effectLst/>
              <a:uFillTx/>
              <a:latin typeface="Impact"/>
            </a:endParaRPr>
          </a:p>
        </p:txBody>
      </p:sp>
      <p:sp>
        <p:nvSpPr>
          <p:cNvPr id="47" name="PlaceHolder 4"/>
          <p:cNvSpPr>
            <a:spLocks noGrp="1"/>
          </p:cNvSpPr>
          <p:nvPr>
            <p:ph type="dt" idx="10"/>
          </p:nvPr>
        </p:nvSpPr>
        <p:spPr>
          <a:xfrm>
            <a:off x="5473440" y="5757480"/>
            <a:ext cx="2838240" cy="498240"/>
          </a:xfrm>
          <a:prstGeom prst="rect">
            <a:avLst/>
          </a:prstGeom>
          <a:noFill/>
          <a:ln w="0">
            <a:noFill/>
          </a:ln>
        </p:spPr>
        <p:txBody>
          <a:bodyPr lIns="91440" rIns="91440" tIns="45720" bIns="45720" anchor="ctr">
            <a:noAutofit/>
          </a:bodyPr>
          <a:lstStyle>
            <a:lvl1pPr indent="0" algn="r" defTabSz="457200">
              <a:lnSpc>
                <a:spcPct val="100000"/>
              </a:lnSpc>
              <a:buNone/>
              <a:defRPr b="0" lang="en-US" sz="2800" strike="noStrike" u="none" cap="all">
                <a:solidFill>
                  <a:schemeClr val="accent1">
                    <a:lumMod val="50000"/>
                  </a:schemeClr>
                </a:solidFill>
                <a:effectLst/>
                <a:uFillTx/>
                <a:latin typeface="Impact"/>
              </a:defRPr>
            </a:lvl1pPr>
          </a:lstStyle>
          <a:p>
            <a:pPr indent="0" algn="r" defTabSz="457200">
              <a:lnSpc>
                <a:spcPct val="100000"/>
              </a:lnSpc>
              <a:buNone/>
            </a:pPr>
            <a:r>
              <a:rPr b="0" lang="en-US" sz="2800" strike="noStrike" u="none" cap="all">
                <a:solidFill>
                  <a:schemeClr val="accent1">
                    <a:lumMod val="50000"/>
                  </a:schemeClr>
                </a:solidFill>
                <a:effectLst/>
                <a:uFillTx/>
                <a:latin typeface="Impact"/>
              </a:rPr>
              <a:t>&lt;date/time&gt;</a:t>
            </a:r>
            <a:endParaRPr b="0" lang="en-IN" sz="2800" strike="noStrike" u="none">
              <a:solidFill>
                <a:srgbClr val="000000"/>
              </a:solidFill>
              <a:effectLst/>
              <a:uFillTx/>
              <a:latin typeface="Times New Roman"/>
            </a:endParaRPr>
          </a:p>
        </p:txBody>
      </p:sp>
      <p:sp>
        <p:nvSpPr>
          <p:cNvPr id="48" name="PlaceHolder 5"/>
          <p:cNvSpPr>
            <a:spLocks noGrp="1"/>
          </p:cNvSpPr>
          <p:nvPr>
            <p:ph type="ftr" idx="11"/>
          </p:nvPr>
        </p:nvSpPr>
        <p:spPr>
          <a:xfrm>
            <a:off x="514440" y="5757480"/>
            <a:ext cx="4124520" cy="498240"/>
          </a:xfrm>
          <a:prstGeom prst="rect">
            <a:avLst/>
          </a:prstGeom>
          <a:noFill/>
          <a:ln w="0">
            <a:noFill/>
          </a:ln>
        </p:spPr>
        <p:txBody>
          <a:bodyPr lIns="91440" rIns="91440" tIns="45720" bIns="45720" anchor="ctr">
            <a:noAutofit/>
          </a:bodyPr>
          <a:lstStyle>
            <a:lvl1pPr indent="0" algn="ctr">
              <a:buNone/>
              <a:defRPr b="0" lang="en-IN" sz="1400" strike="noStrike" u="none">
                <a:solidFill>
                  <a:srgbClr val="000000"/>
                </a:solidFill>
                <a:effectLst/>
                <a:uFillTx/>
                <a:latin typeface="Times New Roman"/>
              </a:defRPr>
            </a:lvl1pPr>
          </a:lstStyle>
          <a:p>
            <a:pPr indent="0" algn="ctr">
              <a:buNone/>
            </a:pPr>
            <a:r>
              <a:rPr b="0" lang="en-IN" sz="1400" strike="noStrike" u="none">
                <a:solidFill>
                  <a:srgbClr val="000000"/>
                </a:solidFill>
                <a:effectLst/>
                <a:uFillTx/>
                <a:latin typeface="Times New Roman"/>
              </a:rPr>
              <a:t>&lt;footer&gt;</a:t>
            </a:r>
            <a:endParaRPr b="0" lang="en-IN" sz="1400" strike="noStrike" u="none">
              <a:solidFill>
                <a:srgbClr val="000000"/>
              </a:solidFill>
              <a:effectLst/>
              <a:uFillTx/>
              <a:latin typeface="Times New Roman"/>
            </a:endParaRPr>
          </a:p>
        </p:txBody>
      </p:sp>
      <p:sp>
        <p:nvSpPr>
          <p:cNvPr id="49" name="PlaceHolder 6"/>
          <p:cNvSpPr>
            <a:spLocks noGrp="1"/>
          </p:cNvSpPr>
          <p:nvPr>
            <p:ph type="sldNum" idx="12"/>
          </p:nvPr>
        </p:nvSpPr>
        <p:spPr>
          <a:xfrm>
            <a:off x="4715280" y="5757480"/>
            <a:ext cx="680040" cy="498240"/>
          </a:xfrm>
          <a:prstGeom prst="rect">
            <a:avLst/>
          </a:prstGeom>
          <a:noFill/>
          <a:ln w="0">
            <a:noFill/>
          </a:ln>
        </p:spPr>
        <p:txBody>
          <a:bodyPr lIns="91440" rIns="91440" tIns="45720" bIns="45720" anchor="ctr">
            <a:noAutofit/>
          </a:bodyPr>
          <a:lstStyle>
            <a:lvl1pPr indent="0" algn="ctr" defTabSz="457200">
              <a:lnSpc>
                <a:spcPct val="100000"/>
              </a:lnSpc>
              <a:buNone/>
              <a:defRPr b="0" lang="en-US" sz="2800" strike="noStrike" u="none" cap="all">
                <a:solidFill>
                  <a:schemeClr val="accent1">
                    <a:lumMod val="50000"/>
                  </a:schemeClr>
                </a:solidFill>
                <a:effectLst/>
                <a:uFillTx/>
                <a:latin typeface="Impact"/>
              </a:defRPr>
            </a:lvl1pPr>
          </a:lstStyle>
          <a:p>
            <a:pPr indent="0" algn="ctr" defTabSz="457200">
              <a:lnSpc>
                <a:spcPct val="100000"/>
              </a:lnSpc>
              <a:buNone/>
            </a:pPr>
            <a:fld id="{BBD31067-B366-433A-B4CD-9380CE2399A4}" type="slidenum">
              <a:rPr b="0" lang="en-US" sz="2800" strike="noStrike" u="none" cap="all">
                <a:solidFill>
                  <a:schemeClr val="accent1">
                    <a:lumMod val="50000"/>
                  </a:schemeClr>
                </a:solidFill>
                <a:effectLst/>
                <a:uFillTx/>
                <a:latin typeface="Impact"/>
              </a:rPr>
              <a:t>&lt;number&gt;</a:t>
            </a:fld>
            <a:endParaRPr b="0" lang="en-IN" sz="2800" strike="noStrike" u="none">
              <a:solidFill>
                <a:srgbClr val="000000"/>
              </a:solidFill>
              <a:effectLst/>
              <a:uFillTx/>
              <a:latin typeface="Times New Roman"/>
            </a:endParaRPr>
          </a:p>
        </p:txBody>
      </p:sp>
      <p:sp>
        <p:nvSpPr>
          <p:cNvPr id="50" name="TextBox 9"/>
          <p:cNvSpPr/>
          <p:nvPr/>
        </p:nvSpPr>
        <p:spPr>
          <a:xfrm>
            <a:off x="404280" y="887760"/>
            <a:ext cx="456840" cy="584280"/>
          </a:xfrm>
          <a:prstGeom prst="rect">
            <a:avLst/>
          </a:prstGeom>
          <a:noFill/>
          <a:ln w="0">
            <a:noFill/>
          </a:ln>
        </p:spPr>
        <p:style>
          <a:lnRef idx="0"/>
          <a:fillRef idx="0"/>
          <a:effectRef idx="0"/>
          <a:fontRef idx="minor"/>
        </p:style>
        <p:txBody>
          <a:bodyPr anchor="ctr">
            <a:noAutofit/>
          </a:bodyPr>
          <a:p>
            <a:pPr defTabSz="457200">
              <a:lnSpc>
                <a:spcPct val="100000"/>
              </a:lnSpc>
            </a:pPr>
            <a:r>
              <a:rPr b="0" lang="en-US" sz="8000" strike="noStrike" u="none" cap="all">
                <a:solidFill>
                  <a:schemeClr val="dk1"/>
                </a:solidFill>
                <a:effectLst/>
                <a:uFillTx/>
                <a:latin typeface="Impact"/>
              </a:rPr>
              <a:t>“</a:t>
            </a:r>
            <a:endParaRPr b="0" lang="en-IN" sz="8000" strike="noStrike" u="none">
              <a:solidFill>
                <a:srgbClr val="000000"/>
              </a:solidFill>
              <a:effectLst/>
              <a:uFillTx/>
              <a:latin typeface="Arial"/>
            </a:endParaRPr>
          </a:p>
        </p:txBody>
      </p:sp>
      <p:sp>
        <p:nvSpPr>
          <p:cNvPr id="51" name="TextBox 10"/>
          <p:cNvSpPr/>
          <p:nvPr/>
        </p:nvSpPr>
        <p:spPr>
          <a:xfrm>
            <a:off x="7897320" y="2906640"/>
            <a:ext cx="456840" cy="584280"/>
          </a:xfrm>
          <a:prstGeom prst="rect">
            <a:avLst/>
          </a:prstGeom>
          <a:noFill/>
          <a:ln w="0">
            <a:noFill/>
          </a:ln>
        </p:spPr>
        <p:style>
          <a:lnRef idx="0"/>
          <a:fillRef idx="0"/>
          <a:effectRef idx="0"/>
          <a:fontRef idx="minor"/>
        </p:style>
        <p:txBody>
          <a:bodyPr anchor="ctr">
            <a:noAutofit/>
          </a:bodyPr>
          <a:p>
            <a:pPr algn="r" defTabSz="457200">
              <a:lnSpc>
                <a:spcPct val="100000"/>
              </a:lnSpc>
            </a:pPr>
            <a:r>
              <a:rPr b="0" lang="en-US" sz="8000" strike="noStrike" u="none" cap="all">
                <a:solidFill>
                  <a:schemeClr val="dk1"/>
                </a:solidFill>
                <a:effectLst/>
                <a:uFillTx/>
                <a:latin typeface="Impact"/>
              </a:rPr>
              <a:t>”</a:t>
            </a:r>
            <a:endParaRPr b="0" lang="en-IN" sz="8000" strike="noStrike" u="none">
              <a:solidFill>
                <a:srgbClr val="000000"/>
              </a:solidFill>
              <a:effectLst/>
              <a:uFillTx/>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Name Card">
    <p:bg>
      <p:bgPr>
        <a:blipFill rotWithShape="0">
          <a:blip r:embed="rId2"/>
          <a:stretch/>
        </a:blipFill>
      </p:bgPr>
    </p:bg>
    <p:spTree>
      <p:nvGrpSpPr>
        <p:cNvPr id="1" name=""/>
        <p:cNvGrpSpPr/>
        <p:nvPr/>
      </p:nvGrpSpPr>
      <p:grpSpPr>
        <a:xfrm>
          <a:off x="0" y="0"/>
          <a:ext cx="0" cy="0"/>
          <a:chOff x="0" y="0"/>
          <a:chExt cx="0" cy="0"/>
        </a:xfrm>
      </p:grpSpPr>
      <p:pic>
        <p:nvPicPr>
          <p:cNvPr id="52" name="Picture 7" descr="Brickwork-SD-R1acrop.jpg"/>
          <p:cNvPicPr/>
          <p:nvPr/>
        </p:nvPicPr>
        <p:blipFill>
          <a:blip r:embed="rId3"/>
          <a:stretch/>
        </p:blipFill>
        <p:spPr>
          <a:xfrm>
            <a:off x="0" y="0"/>
            <a:ext cx="9143640" cy="6857640"/>
          </a:xfrm>
          <a:prstGeom prst="rect">
            <a:avLst/>
          </a:prstGeom>
          <a:noFill/>
          <a:ln w="0">
            <a:noFill/>
          </a:ln>
        </p:spPr>
      </p:pic>
      <p:grpSp>
        <p:nvGrpSpPr>
          <p:cNvPr id="53" name="Group 9"/>
          <p:cNvGrpSpPr/>
          <p:nvPr/>
        </p:nvGrpSpPr>
        <p:grpSpPr>
          <a:xfrm>
            <a:off x="-19080" y="0"/>
            <a:ext cx="9003600" cy="6643800"/>
            <a:chOff x="-19080" y="0"/>
            <a:chExt cx="9003600" cy="6643800"/>
          </a:xfrm>
        </p:grpSpPr>
        <p:sp useBgFill="1">
          <p:nvSpPr>
            <p:cNvPr id="54" name="Rectangle 10"/>
            <p:cNvSpPr/>
            <p:nvPr/>
          </p:nvSpPr>
          <p:spPr>
            <a:xfrm>
              <a:off x="0" y="0"/>
              <a:ext cx="8984520" cy="6643800"/>
            </a:xfrm>
            <a:prstGeom prst="rect">
              <a:avLst/>
            </a:prstGeom>
            <a:ln>
              <a:noFill/>
            </a:ln>
            <a:effectLst>
              <a:outerShdw algn="tl" blurRad="98280" dir="4391803" dist="75963" rotWithShape="0">
                <a:srgbClr val="000000">
                  <a:alpha val="68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defTabSz="457200">
                <a:lnSpc>
                  <a:spcPct val="100000"/>
                </a:lnSpc>
              </a:pPr>
              <a:endParaRPr b="0" lang="en-IN" sz="1800" strike="noStrike" u="none">
                <a:solidFill>
                  <a:schemeClr val="lt1"/>
                </a:solidFill>
                <a:effectLst/>
                <a:uFillTx/>
                <a:latin typeface="Impact"/>
              </a:endParaRPr>
            </a:p>
          </p:txBody>
        </p:sp>
        <p:sp>
          <p:nvSpPr>
            <p:cNvPr id="55" name="Rectangle 12"/>
            <p:cNvSpPr/>
            <p:nvPr/>
          </p:nvSpPr>
          <p:spPr>
            <a:xfrm>
              <a:off x="0" y="5600160"/>
              <a:ext cx="8779680" cy="780120"/>
            </a:xfrm>
            <a:prstGeom prst="rect">
              <a:avLst/>
            </a:prstGeom>
            <a:gradFill rotWithShape="0">
              <a:gsLst>
                <a:gs pos="34000">
                  <a:srgbClr val="b80e0f"/>
                </a:gs>
                <a:gs pos="100000">
                  <a:srgbClr val="5c0707"/>
                </a:gs>
              </a:gsLst>
              <a:path path="circle">
                <a:fillToRect l="50000" t="50000" r="50000" b="50000"/>
              </a:path>
            </a:gradFill>
            <a:ln>
              <a:noFill/>
            </a:ln>
          </p:spPr>
          <p:style>
            <a:lnRef idx="1">
              <a:schemeClr val="accent1"/>
            </a:lnRef>
            <a:fillRef idx="3">
              <a:schemeClr val="accent1"/>
            </a:fillRef>
            <a:effectRef idx="2">
              <a:schemeClr val="accent1"/>
            </a:effectRef>
            <a:fontRef idx="minor"/>
          </p:style>
          <p:txBody>
            <a:bodyPr lIns="90000" rIns="90000" tIns="45000" bIns="45000" anchor="t">
              <a:noAutofit/>
            </a:bodyPr>
            <a:p>
              <a:pPr defTabSz="457200">
                <a:lnSpc>
                  <a:spcPct val="100000"/>
                </a:lnSpc>
              </a:pPr>
              <a:endParaRPr b="0" lang="en-IN" sz="1800" strike="noStrike" u="none">
                <a:solidFill>
                  <a:schemeClr val="lt1"/>
                </a:solidFill>
                <a:effectLst/>
                <a:uFillTx/>
                <a:latin typeface="Impact"/>
              </a:endParaRPr>
            </a:p>
          </p:txBody>
        </p:sp>
        <p:sp>
          <p:nvSpPr>
            <p:cNvPr id="56" name="Freeform 11"/>
            <p:cNvSpPr/>
            <p:nvPr/>
          </p:nvSpPr>
          <p:spPr>
            <a:xfrm>
              <a:off x="-19080" y="0"/>
              <a:ext cx="8829720" cy="6419160"/>
            </a:xfrm>
            <a:custGeom>
              <a:avLst/>
              <a:gdLst>
                <a:gd name="textAreaLeft" fmla="*/ 0 w 8829720"/>
                <a:gd name="textAreaRight" fmla="*/ 8830080 w 8829720"/>
                <a:gd name="textAreaTop" fmla="*/ 0 h 6419160"/>
                <a:gd name="textAreaBottom" fmla="*/ 6419520 h 6419160"/>
              </a:gdLst>
              <a:ahLst/>
              <a:cxnLst/>
              <a:rect l="textAreaLeft" t="textAreaTop" r="textAreaRight" b="textAreaBottom"/>
              <a:pathLst>
                <a:path w="11773291" h="6419514">
                  <a:moveTo>
                    <a:pt x="11750059" y="0"/>
                  </a:moveTo>
                  <a:lnTo>
                    <a:pt x="11773291" y="6419514"/>
                  </a:lnTo>
                  <a:lnTo>
                    <a:pt x="0" y="6411047"/>
                  </a:lnTo>
                </a:path>
              </a:pathLst>
            </a:custGeom>
            <a:noFill/>
            <a:ln w="82550">
              <a:solidFill>
                <a:srgbClr val="000000">
                  <a:lumMod val="50000"/>
                  <a:lumOff val="50000"/>
                </a:srgbClr>
              </a:solidFill>
              <a:miter/>
            </a:ln>
          </p:spPr>
          <p:style>
            <a:lnRef idx="2">
              <a:schemeClr val="accent1"/>
            </a:lnRef>
            <a:fillRef idx="0">
              <a:schemeClr val="accent1"/>
            </a:fillRef>
            <a:effectRef idx="1">
              <a:schemeClr val="accent1"/>
            </a:effectRef>
            <a:fontRef idx="minor"/>
          </p:style>
          <p:txBody>
            <a:bodyPr lIns="90000" rIns="90000" tIns="45000" bIns="45000" anchor="t">
              <a:noAutofit/>
            </a:bodyPr>
            <a:p>
              <a:pPr defTabSz="457200">
                <a:lnSpc>
                  <a:spcPct val="100000"/>
                </a:lnSpc>
              </a:pPr>
              <a:endParaRPr b="0" lang="en-IN" sz="1800" strike="noStrike" u="none">
                <a:solidFill>
                  <a:schemeClr val="dk1"/>
                </a:solidFill>
                <a:effectLst/>
                <a:uFillTx/>
                <a:latin typeface="Impact"/>
              </a:endParaRPr>
            </a:p>
          </p:txBody>
        </p:sp>
      </p:grpSp>
      <p:sp>
        <p:nvSpPr>
          <p:cNvPr id="57" name="PlaceHolder 1"/>
          <p:cNvSpPr>
            <a:spLocks noGrp="1"/>
          </p:cNvSpPr>
          <p:nvPr>
            <p:ph type="title"/>
          </p:nvPr>
        </p:nvSpPr>
        <p:spPr>
          <a:xfrm>
            <a:off x="514440" y="1723680"/>
            <a:ext cx="7795800" cy="2511360"/>
          </a:xfrm>
          <a:prstGeom prst="rect">
            <a:avLst/>
          </a:prstGeom>
          <a:noFill/>
          <a:ln w="0">
            <a:noFill/>
          </a:ln>
        </p:spPr>
        <p:txBody>
          <a:bodyPr lIns="91440" rIns="91440" tIns="45720" bIns="45720" anchor="b">
            <a:normAutofit/>
          </a:bodyPr>
          <a:p>
            <a:pPr indent="0" defTabSz="914400">
              <a:lnSpc>
                <a:spcPct val="90000"/>
              </a:lnSpc>
              <a:buNone/>
            </a:pPr>
            <a:r>
              <a:rPr b="0" lang="en-US" sz="4800" strike="noStrike" u="none" cap="all">
                <a:solidFill>
                  <a:schemeClr val="accent1"/>
                </a:solidFill>
                <a:effectLst/>
                <a:uFillTx/>
                <a:latin typeface="Impact"/>
              </a:rPr>
              <a:t>Click to edit Master title style</a:t>
            </a:r>
            <a:endParaRPr b="0" lang="en-US" sz="4800" strike="noStrike" u="none">
              <a:solidFill>
                <a:schemeClr val="dk1"/>
              </a:solidFill>
              <a:effectLst/>
              <a:uFillTx/>
              <a:latin typeface="Impact"/>
            </a:endParaRPr>
          </a:p>
        </p:txBody>
      </p:sp>
      <p:sp>
        <p:nvSpPr>
          <p:cNvPr id="58" name="PlaceHolder 2"/>
          <p:cNvSpPr>
            <a:spLocks noGrp="1"/>
          </p:cNvSpPr>
          <p:nvPr>
            <p:ph type="body"/>
          </p:nvPr>
        </p:nvSpPr>
        <p:spPr>
          <a:xfrm>
            <a:off x="514440" y="4247640"/>
            <a:ext cx="7795800" cy="1140120"/>
          </a:xfrm>
          <a:prstGeom prst="rect">
            <a:avLst/>
          </a:prstGeom>
          <a:noFill/>
          <a:ln w="0">
            <a:noFill/>
          </a:ln>
        </p:spPr>
        <p:txBody>
          <a:bodyPr lIns="91440" rIns="91440" tIns="45720" bIns="45720" anchor="t">
            <a:normAutofit/>
          </a:bodyPr>
          <a:p>
            <a:pPr indent="0" defTabSz="914400">
              <a:lnSpc>
                <a:spcPct val="120000"/>
              </a:lnSpc>
              <a:spcBef>
                <a:spcPts val="1001"/>
              </a:spcBef>
              <a:buNone/>
              <a:tabLst>
                <a:tab algn="l" pos="0"/>
              </a:tabLst>
            </a:pPr>
            <a:r>
              <a:rPr b="0" lang="en-US" sz="1800" strike="noStrike" u="none" cap="all">
                <a:solidFill>
                  <a:schemeClr val="dk1"/>
                </a:solidFill>
                <a:effectLst/>
                <a:uFillTx/>
                <a:latin typeface="Impact"/>
              </a:rPr>
              <a:t>Click to edit Master text styles</a:t>
            </a:r>
            <a:endParaRPr b="0" lang="en-US" sz="1800" strike="noStrike" u="none" cap="all">
              <a:solidFill>
                <a:schemeClr val="dk1"/>
              </a:solidFill>
              <a:effectLst/>
              <a:uFillTx/>
              <a:latin typeface="Impact"/>
            </a:endParaRPr>
          </a:p>
        </p:txBody>
      </p:sp>
      <p:sp>
        <p:nvSpPr>
          <p:cNvPr id="59" name="PlaceHolder 3"/>
          <p:cNvSpPr>
            <a:spLocks noGrp="1"/>
          </p:cNvSpPr>
          <p:nvPr>
            <p:ph type="dt" idx="13"/>
          </p:nvPr>
        </p:nvSpPr>
        <p:spPr>
          <a:xfrm>
            <a:off x="5473440" y="5757480"/>
            <a:ext cx="2838240" cy="498240"/>
          </a:xfrm>
          <a:prstGeom prst="rect">
            <a:avLst/>
          </a:prstGeom>
          <a:noFill/>
          <a:ln w="0">
            <a:noFill/>
          </a:ln>
        </p:spPr>
        <p:txBody>
          <a:bodyPr lIns="91440" rIns="91440" tIns="45720" bIns="45720" anchor="ctr">
            <a:noAutofit/>
          </a:bodyPr>
          <a:lstStyle>
            <a:lvl1pPr indent="0" algn="r" defTabSz="457200">
              <a:lnSpc>
                <a:spcPct val="100000"/>
              </a:lnSpc>
              <a:buNone/>
              <a:defRPr b="0" lang="en-US" sz="2800" strike="noStrike" u="none" cap="all">
                <a:solidFill>
                  <a:schemeClr val="accent1">
                    <a:lumMod val="50000"/>
                  </a:schemeClr>
                </a:solidFill>
                <a:effectLst/>
                <a:uFillTx/>
                <a:latin typeface="Impact"/>
              </a:defRPr>
            </a:lvl1pPr>
          </a:lstStyle>
          <a:p>
            <a:pPr indent="0" algn="r" defTabSz="457200">
              <a:lnSpc>
                <a:spcPct val="100000"/>
              </a:lnSpc>
              <a:buNone/>
            </a:pPr>
            <a:r>
              <a:rPr b="0" lang="en-US" sz="2800" strike="noStrike" u="none" cap="all">
                <a:solidFill>
                  <a:schemeClr val="accent1">
                    <a:lumMod val="50000"/>
                  </a:schemeClr>
                </a:solidFill>
                <a:effectLst/>
                <a:uFillTx/>
                <a:latin typeface="Impact"/>
              </a:rPr>
              <a:t>&lt;date/time&gt;</a:t>
            </a:r>
            <a:endParaRPr b="0" lang="en-IN" sz="2800" strike="noStrike" u="none">
              <a:solidFill>
                <a:srgbClr val="000000"/>
              </a:solidFill>
              <a:effectLst/>
              <a:uFillTx/>
              <a:latin typeface="Times New Roman"/>
            </a:endParaRPr>
          </a:p>
        </p:txBody>
      </p:sp>
      <p:sp>
        <p:nvSpPr>
          <p:cNvPr id="60" name="PlaceHolder 4"/>
          <p:cNvSpPr>
            <a:spLocks noGrp="1"/>
          </p:cNvSpPr>
          <p:nvPr>
            <p:ph type="ftr" idx="14"/>
          </p:nvPr>
        </p:nvSpPr>
        <p:spPr>
          <a:xfrm>
            <a:off x="514440" y="5757480"/>
            <a:ext cx="4124520" cy="498240"/>
          </a:xfrm>
          <a:prstGeom prst="rect">
            <a:avLst/>
          </a:prstGeom>
          <a:noFill/>
          <a:ln w="0">
            <a:noFill/>
          </a:ln>
        </p:spPr>
        <p:txBody>
          <a:bodyPr lIns="91440" rIns="91440" tIns="45720" bIns="45720" anchor="ctr">
            <a:noAutofit/>
          </a:bodyPr>
          <a:lstStyle>
            <a:lvl1pPr indent="0" algn="ctr">
              <a:buNone/>
              <a:defRPr b="0" lang="en-IN" sz="1400" strike="noStrike" u="none">
                <a:solidFill>
                  <a:srgbClr val="000000"/>
                </a:solidFill>
                <a:effectLst/>
                <a:uFillTx/>
                <a:latin typeface="Times New Roman"/>
              </a:defRPr>
            </a:lvl1pPr>
          </a:lstStyle>
          <a:p>
            <a:pPr indent="0" algn="ctr">
              <a:buNone/>
            </a:pPr>
            <a:r>
              <a:rPr b="0" lang="en-IN" sz="1400" strike="noStrike" u="none">
                <a:solidFill>
                  <a:srgbClr val="000000"/>
                </a:solidFill>
                <a:effectLst/>
                <a:uFillTx/>
                <a:latin typeface="Times New Roman"/>
              </a:rPr>
              <a:t>&lt;footer&gt;</a:t>
            </a:r>
            <a:endParaRPr b="0" lang="en-IN" sz="1400" strike="noStrike" u="none">
              <a:solidFill>
                <a:srgbClr val="000000"/>
              </a:solidFill>
              <a:effectLst/>
              <a:uFillTx/>
              <a:latin typeface="Times New Roman"/>
            </a:endParaRPr>
          </a:p>
        </p:txBody>
      </p:sp>
      <p:sp>
        <p:nvSpPr>
          <p:cNvPr id="61" name="PlaceHolder 5"/>
          <p:cNvSpPr>
            <a:spLocks noGrp="1"/>
          </p:cNvSpPr>
          <p:nvPr>
            <p:ph type="sldNum" idx="15"/>
          </p:nvPr>
        </p:nvSpPr>
        <p:spPr>
          <a:xfrm>
            <a:off x="4715280" y="5757480"/>
            <a:ext cx="680040" cy="498240"/>
          </a:xfrm>
          <a:prstGeom prst="rect">
            <a:avLst/>
          </a:prstGeom>
          <a:noFill/>
          <a:ln w="0">
            <a:noFill/>
          </a:ln>
        </p:spPr>
        <p:txBody>
          <a:bodyPr lIns="91440" rIns="91440" tIns="45720" bIns="45720" anchor="ctr">
            <a:noAutofit/>
          </a:bodyPr>
          <a:lstStyle>
            <a:lvl1pPr indent="0" algn="ctr" defTabSz="457200">
              <a:lnSpc>
                <a:spcPct val="100000"/>
              </a:lnSpc>
              <a:buNone/>
              <a:defRPr b="0" lang="en-US" sz="2800" strike="noStrike" u="none" cap="all">
                <a:solidFill>
                  <a:schemeClr val="accent1">
                    <a:lumMod val="50000"/>
                  </a:schemeClr>
                </a:solidFill>
                <a:effectLst/>
                <a:uFillTx/>
                <a:latin typeface="Impact"/>
              </a:defRPr>
            </a:lvl1pPr>
          </a:lstStyle>
          <a:p>
            <a:pPr indent="0" algn="ctr" defTabSz="457200">
              <a:lnSpc>
                <a:spcPct val="100000"/>
              </a:lnSpc>
              <a:buNone/>
            </a:pPr>
            <a:fld id="{DC4B6170-13E8-403D-B827-673F44ADECA5}" type="slidenum">
              <a:rPr b="0" lang="en-US" sz="2800" strike="noStrike" u="none" cap="all">
                <a:solidFill>
                  <a:schemeClr val="accent1">
                    <a:lumMod val="50000"/>
                  </a:schemeClr>
                </a:solidFill>
                <a:effectLst/>
                <a:uFillTx/>
                <a:latin typeface="Impact"/>
              </a:rPr>
              <a:t>&lt;number&gt;</a:t>
            </a:fld>
            <a:endParaRPr b="0" lang="en-IN" sz="2800" strike="noStrike" u="none">
              <a:solidFill>
                <a:srgbClr val="000000"/>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3 Column">
    <p:bg>
      <p:bgPr>
        <a:blipFill rotWithShape="0">
          <a:blip r:embed="rId2"/>
          <a:stretch/>
        </a:blipFill>
      </p:bgPr>
    </p:bg>
    <p:spTree>
      <p:nvGrpSpPr>
        <p:cNvPr id="1" name=""/>
        <p:cNvGrpSpPr/>
        <p:nvPr/>
      </p:nvGrpSpPr>
      <p:grpSpPr>
        <a:xfrm>
          <a:off x="0" y="0"/>
          <a:ext cx="0" cy="0"/>
          <a:chOff x="0" y="0"/>
          <a:chExt cx="0" cy="0"/>
        </a:xfrm>
      </p:grpSpPr>
      <p:pic>
        <p:nvPicPr>
          <p:cNvPr id="62" name="Picture 7" descr="Brickwork-SD-R1acrop.jpg"/>
          <p:cNvPicPr/>
          <p:nvPr/>
        </p:nvPicPr>
        <p:blipFill>
          <a:blip r:embed="rId3"/>
          <a:stretch/>
        </p:blipFill>
        <p:spPr>
          <a:xfrm>
            <a:off x="0" y="0"/>
            <a:ext cx="9143640" cy="6857640"/>
          </a:xfrm>
          <a:prstGeom prst="rect">
            <a:avLst/>
          </a:prstGeom>
          <a:noFill/>
          <a:ln w="0">
            <a:noFill/>
          </a:ln>
        </p:spPr>
      </p:pic>
      <p:grpSp>
        <p:nvGrpSpPr>
          <p:cNvPr id="63" name="Group 9"/>
          <p:cNvGrpSpPr/>
          <p:nvPr/>
        </p:nvGrpSpPr>
        <p:grpSpPr>
          <a:xfrm>
            <a:off x="-19080" y="0"/>
            <a:ext cx="9003600" cy="6643800"/>
            <a:chOff x="-19080" y="0"/>
            <a:chExt cx="9003600" cy="6643800"/>
          </a:xfrm>
        </p:grpSpPr>
        <p:sp useBgFill="1">
          <p:nvSpPr>
            <p:cNvPr id="64" name="Rectangle 10"/>
            <p:cNvSpPr/>
            <p:nvPr/>
          </p:nvSpPr>
          <p:spPr>
            <a:xfrm>
              <a:off x="0" y="0"/>
              <a:ext cx="8984520" cy="6643800"/>
            </a:xfrm>
            <a:prstGeom prst="rect">
              <a:avLst/>
            </a:prstGeom>
            <a:ln>
              <a:noFill/>
            </a:ln>
            <a:effectLst>
              <a:outerShdw algn="tl" blurRad="98280" dir="4391803" dist="75963" rotWithShape="0">
                <a:srgbClr val="000000">
                  <a:alpha val="68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defTabSz="457200">
                <a:lnSpc>
                  <a:spcPct val="100000"/>
                </a:lnSpc>
              </a:pPr>
              <a:endParaRPr b="0" lang="en-IN" sz="1800" strike="noStrike" u="none">
                <a:solidFill>
                  <a:schemeClr val="lt1"/>
                </a:solidFill>
                <a:effectLst/>
                <a:uFillTx/>
                <a:latin typeface="Impact"/>
              </a:endParaRPr>
            </a:p>
          </p:txBody>
        </p:sp>
        <p:sp>
          <p:nvSpPr>
            <p:cNvPr id="65" name="Rectangle 12"/>
            <p:cNvSpPr/>
            <p:nvPr/>
          </p:nvSpPr>
          <p:spPr>
            <a:xfrm>
              <a:off x="0" y="5600160"/>
              <a:ext cx="8779680" cy="780120"/>
            </a:xfrm>
            <a:prstGeom prst="rect">
              <a:avLst/>
            </a:prstGeom>
            <a:gradFill rotWithShape="0">
              <a:gsLst>
                <a:gs pos="34000">
                  <a:srgbClr val="b80e0f"/>
                </a:gs>
                <a:gs pos="100000">
                  <a:srgbClr val="5c0707"/>
                </a:gs>
              </a:gsLst>
              <a:path path="circle">
                <a:fillToRect l="50000" t="50000" r="50000" b="50000"/>
              </a:path>
            </a:gradFill>
            <a:ln>
              <a:noFill/>
            </a:ln>
          </p:spPr>
          <p:style>
            <a:lnRef idx="1">
              <a:schemeClr val="accent1"/>
            </a:lnRef>
            <a:fillRef idx="3">
              <a:schemeClr val="accent1"/>
            </a:fillRef>
            <a:effectRef idx="2">
              <a:schemeClr val="accent1"/>
            </a:effectRef>
            <a:fontRef idx="minor"/>
          </p:style>
          <p:txBody>
            <a:bodyPr lIns="90000" rIns="90000" tIns="45000" bIns="45000" anchor="t">
              <a:noAutofit/>
            </a:bodyPr>
            <a:p>
              <a:pPr defTabSz="457200">
                <a:lnSpc>
                  <a:spcPct val="100000"/>
                </a:lnSpc>
              </a:pPr>
              <a:endParaRPr b="0" lang="en-IN" sz="1800" strike="noStrike" u="none">
                <a:solidFill>
                  <a:schemeClr val="lt1"/>
                </a:solidFill>
                <a:effectLst/>
                <a:uFillTx/>
                <a:latin typeface="Impact"/>
              </a:endParaRPr>
            </a:p>
          </p:txBody>
        </p:sp>
        <p:sp>
          <p:nvSpPr>
            <p:cNvPr id="66" name="Freeform 11"/>
            <p:cNvSpPr/>
            <p:nvPr/>
          </p:nvSpPr>
          <p:spPr>
            <a:xfrm>
              <a:off x="-19080" y="0"/>
              <a:ext cx="8829720" cy="6419160"/>
            </a:xfrm>
            <a:custGeom>
              <a:avLst/>
              <a:gdLst>
                <a:gd name="textAreaLeft" fmla="*/ 0 w 8829720"/>
                <a:gd name="textAreaRight" fmla="*/ 8830080 w 8829720"/>
                <a:gd name="textAreaTop" fmla="*/ 0 h 6419160"/>
                <a:gd name="textAreaBottom" fmla="*/ 6419520 h 6419160"/>
              </a:gdLst>
              <a:ahLst/>
              <a:cxnLst/>
              <a:rect l="textAreaLeft" t="textAreaTop" r="textAreaRight" b="textAreaBottom"/>
              <a:pathLst>
                <a:path w="11773291" h="6419514">
                  <a:moveTo>
                    <a:pt x="11750059" y="0"/>
                  </a:moveTo>
                  <a:lnTo>
                    <a:pt x="11773291" y="6419514"/>
                  </a:lnTo>
                  <a:lnTo>
                    <a:pt x="0" y="6411047"/>
                  </a:lnTo>
                </a:path>
              </a:pathLst>
            </a:custGeom>
            <a:noFill/>
            <a:ln w="82550">
              <a:solidFill>
                <a:srgbClr val="000000">
                  <a:lumMod val="50000"/>
                  <a:lumOff val="50000"/>
                </a:srgbClr>
              </a:solidFill>
              <a:miter/>
            </a:ln>
          </p:spPr>
          <p:style>
            <a:lnRef idx="2">
              <a:schemeClr val="accent1"/>
            </a:lnRef>
            <a:fillRef idx="0">
              <a:schemeClr val="accent1"/>
            </a:fillRef>
            <a:effectRef idx="1">
              <a:schemeClr val="accent1"/>
            </a:effectRef>
            <a:fontRef idx="minor"/>
          </p:style>
          <p:txBody>
            <a:bodyPr lIns="90000" rIns="90000" tIns="45000" bIns="45000" anchor="t">
              <a:noAutofit/>
            </a:bodyPr>
            <a:p>
              <a:pPr defTabSz="457200">
                <a:lnSpc>
                  <a:spcPct val="100000"/>
                </a:lnSpc>
              </a:pPr>
              <a:endParaRPr b="0" lang="en-IN" sz="1800" strike="noStrike" u="none">
                <a:solidFill>
                  <a:schemeClr val="dk1"/>
                </a:solidFill>
                <a:effectLst/>
                <a:uFillTx/>
                <a:latin typeface="Impact"/>
              </a:endParaRPr>
            </a:p>
          </p:txBody>
        </p:sp>
      </p:grpSp>
      <p:sp>
        <p:nvSpPr>
          <p:cNvPr id="67" name="PlaceHolder 1"/>
          <p:cNvSpPr>
            <a:spLocks noGrp="1"/>
          </p:cNvSpPr>
          <p:nvPr>
            <p:ph type="title"/>
          </p:nvPr>
        </p:nvSpPr>
        <p:spPr>
          <a:xfrm>
            <a:off x="514440" y="685800"/>
            <a:ext cx="7795800" cy="1151640"/>
          </a:xfrm>
          <a:prstGeom prst="rect">
            <a:avLst/>
          </a:prstGeom>
          <a:noFill/>
          <a:ln w="0">
            <a:noFill/>
          </a:ln>
        </p:spPr>
        <p:txBody>
          <a:bodyPr lIns="91440" rIns="91440" tIns="45720" bIns="45720" anchor="ctr">
            <a:noAutofit/>
          </a:bodyPr>
          <a:p>
            <a:pPr indent="0" algn="ctr" defTabSz="914400">
              <a:lnSpc>
                <a:spcPct val="90000"/>
              </a:lnSpc>
              <a:buNone/>
            </a:pPr>
            <a:r>
              <a:rPr b="0" lang="en-US" sz="4400" strike="noStrike" u="none" cap="all">
                <a:solidFill>
                  <a:schemeClr val="accent1"/>
                </a:solidFill>
                <a:effectLst/>
                <a:uFillTx/>
                <a:latin typeface="Impact"/>
              </a:rPr>
              <a:t>Click to edit Master title style</a:t>
            </a:r>
            <a:endParaRPr b="0" lang="en-US" sz="4400" strike="noStrike" u="none">
              <a:solidFill>
                <a:schemeClr val="dk1"/>
              </a:solidFill>
              <a:effectLst/>
              <a:uFillTx/>
              <a:latin typeface="Impact"/>
            </a:endParaRPr>
          </a:p>
        </p:txBody>
      </p:sp>
      <p:sp>
        <p:nvSpPr>
          <p:cNvPr id="68" name="PlaceHolder 2"/>
          <p:cNvSpPr>
            <a:spLocks noGrp="1"/>
          </p:cNvSpPr>
          <p:nvPr>
            <p:ph type="body"/>
          </p:nvPr>
        </p:nvSpPr>
        <p:spPr>
          <a:xfrm>
            <a:off x="514440" y="2063520"/>
            <a:ext cx="2482200" cy="576000"/>
          </a:xfrm>
          <a:prstGeom prst="rect">
            <a:avLst/>
          </a:prstGeom>
          <a:noFill/>
          <a:ln w="0">
            <a:noFill/>
          </a:ln>
        </p:spPr>
        <p:txBody>
          <a:bodyPr lIns="91440" rIns="91440" tIns="45720" bIns="45720" anchor="b">
            <a:noAutofit/>
          </a:bodyPr>
          <a:p>
            <a:pPr indent="0" algn="ctr" defTabSz="914400">
              <a:lnSpc>
                <a:spcPct val="90000"/>
              </a:lnSpc>
              <a:spcBef>
                <a:spcPts val="1001"/>
              </a:spcBef>
              <a:buNone/>
              <a:tabLst>
                <a:tab algn="l" pos="0"/>
              </a:tabLst>
            </a:pPr>
            <a:r>
              <a:rPr b="0" lang="en-US" sz="2400" strike="noStrike" u="none" cap="all">
                <a:solidFill>
                  <a:schemeClr val="accent1"/>
                </a:solidFill>
                <a:effectLst/>
                <a:uFillTx/>
                <a:latin typeface="Impact"/>
              </a:rPr>
              <a:t>Click to edit Master text styles</a:t>
            </a:r>
            <a:endParaRPr b="0" lang="en-US" sz="2400" strike="noStrike" u="none" cap="all">
              <a:solidFill>
                <a:schemeClr val="dk1"/>
              </a:solidFill>
              <a:effectLst/>
              <a:uFillTx/>
              <a:latin typeface="Impact"/>
            </a:endParaRPr>
          </a:p>
        </p:txBody>
      </p:sp>
      <p:sp>
        <p:nvSpPr>
          <p:cNvPr id="69" name="PlaceHolder 3"/>
          <p:cNvSpPr>
            <a:spLocks noGrp="1"/>
          </p:cNvSpPr>
          <p:nvPr>
            <p:ph type="body"/>
          </p:nvPr>
        </p:nvSpPr>
        <p:spPr>
          <a:xfrm>
            <a:off x="514440" y="2639520"/>
            <a:ext cx="2482200" cy="2734560"/>
          </a:xfrm>
          <a:prstGeom prst="rect">
            <a:avLst/>
          </a:prstGeom>
          <a:noFill/>
          <a:ln w="0">
            <a:noFill/>
          </a:ln>
        </p:spPr>
        <p:txBody>
          <a:bodyPr lIns="91440" rIns="91440" tIns="45720" bIns="45720" anchor="t">
            <a:normAutofit/>
          </a:bodyPr>
          <a:p>
            <a:pPr indent="0" algn="ctr" defTabSz="914400">
              <a:lnSpc>
                <a:spcPct val="120000"/>
              </a:lnSpc>
              <a:spcBef>
                <a:spcPts val="1001"/>
              </a:spcBef>
              <a:buNone/>
              <a:tabLst>
                <a:tab algn="l" pos="0"/>
              </a:tabLst>
            </a:pPr>
            <a:r>
              <a:rPr b="0" lang="en-US" sz="1400" strike="noStrike" u="none" cap="all">
                <a:solidFill>
                  <a:schemeClr val="dk1"/>
                </a:solidFill>
                <a:effectLst/>
                <a:uFillTx/>
                <a:latin typeface="Impact"/>
              </a:rPr>
              <a:t>Click to edit Master text styles</a:t>
            </a:r>
            <a:endParaRPr b="0" lang="en-US" sz="1400" strike="noStrike" u="none" cap="all">
              <a:solidFill>
                <a:schemeClr val="dk1"/>
              </a:solidFill>
              <a:effectLst/>
              <a:uFillTx/>
              <a:latin typeface="Impact"/>
            </a:endParaRPr>
          </a:p>
        </p:txBody>
      </p:sp>
      <p:sp>
        <p:nvSpPr>
          <p:cNvPr id="70" name="PlaceHolder 4"/>
          <p:cNvSpPr>
            <a:spLocks noGrp="1"/>
          </p:cNvSpPr>
          <p:nvPr>
            <p:ph type="body"/>
          </p:nvPr>
        </p:nvSpPr>
        <p:spPr>
          <a:xfrm>
            <a:off x="3175920" y="2063520"/>
            <a:ext cx="2482200" cy="576000"/>
          </a:xfrm>
          <a:prstGeom prst="rect">
            <a:avLst/>
          </a:prstGeom>
          <a:noFill/>
          <a:ln w="0">
            <a:noFill/>
          </a:ln>
        </p:spPr>
        <p:txBody>
          <a:bodyPr lIns="91440" rIns="91440" tIns="45720" bIns="45720" anchor="b">
            <a:noAutofit/>
          </a:bodyPr>
          <a:p>
            <a:pPr indent="0" algn="ctr" defTabSz="914400">
              <a:lnSpc>
                <a:spcPct val="90000"/>
              </a:lnSpc>
              <a:spcBef>
                <a:spcPts val="1001"/>
              </a:spcBef>
              <a:buNone/>
              <a:tabLst>
                <a:tab algn="l" pos="0"/>
              </a:tabLst>
            </a:pPr>
            <a:r>
              <a:rPr b="0" lang="en-US" sz="2400" strike="noStrike" u="none" cap="all">
                <a:solidFill>
                  <a:schemeClr val="accent1"/>
                </a:solidFill>
                <a:effectLst/>
                <a:uFillTx/>
                <a:latin typeface="Impact"/>
              </a:rPr>
              <a:t>Click to edit Master text styles</a:t>
            </a:r>
            <a:endParaRPr b="0" lang="en-US" sz="2400" strike="noStrike" u="none" cap="all">
              <a:solidFill>
                <a:schemeClr val="dk1"/>
              </a:solidFill>
              <a:effectLst/>
              <a:uFillTx/>
              <a:latin typeface="Impact"/>
            </a:endParaRPr>
          </a:p>
        </p:txBody>
      </p:sp>
      <p:sp>
        <p:nvSpPr>
          <p:cNvPr id="71" name="PlaceHolder 5"/>
          <p:cNvSpPr>
            <a:spLocks noGrp="1"/>
          </p:cNvSpPr>
          <p:nvPr>
            <p:ph type="body"/>
          </p:nvPr>
        </p:nvSpPr>
        <p:spPr>
          <a:xfrm>
            <a:off x="3175920" y="2639520"/>
            <a:ext cx="2482200" cy="2734560"/>
          </a:xfrm>
          <a:prstGeom prst="rect">
            <a:avLst/>
          </a:prstGeom>
          <a:noFill/>
          <a:ln w="0">
            <a:noFill/>
          </a:ln>
        </p:spPr>
        <p:txBody>
          <a:bodyPr lIns="91440" rIns="91440" tIns="45720" bIns="45720" anchor="t">
            <a:normAutofit/>
          </a:bodyPr>
          <a:p>
            <a:pPr indent="0" algn="ctr" defTabSz="914400">
              <a:lnSpc>
                <a:spcPct val="120000"/>
              </a:lnSpc>
              <a:spcBef>
                <a:spcPts val="1001"/>
              </a:spcBef>
              <a:buNone/>
              <a:tabLst>
                <a:tab algn="l" pos="0"/>
              </a:tabLst>
            </a:pPr>
            <a:r>
              <a:rPr b="0" lang="en-US" sz="1400" strike="noStrike" u="none" cap="all">
                <a:solidFill>
                  <a:schemeClr val="dk1"/>
                </a:solidFill>
                <a:effectLst/>
                <a:uFillTx/>
                <a:latin typeface="Impact"/>
              </a:rPr>
              <a:t>Click to edit Master text styles</a:t>
            </a:r>
            <a:endParaRPr b="0" lang="en-US" sz="1400" strike="noStrike" u="none" cap="all">
              <a:solidFill>
                <a:schemeClr val="dk1"/>
              </a:solidFill>
              <a:effectLst/>
              <a:uFillTx/>
              <a:latin typeface="Impact"/>
            </a:endParaRPr>
          </a:p>
        </p:txBody>
      </p:sp>
      <p:sp>
        <p:nvSpPr>
          <p:cNvPr id="72" name="PlaceHolder 6"/>
          <p:cNvSpPr>
            <a:spLocks noGrp="1"/>
          </p:cNvSpPr>
          <p:nvPr>
            <p:ph type="body"/>
          </p:nvPr>
        </p:nvSpPr>
        <p:spPr>
          <a:xfrm>
            <a:off x="5827680" y="2063520"/>
            <a:ext cx="2482200" cy="576000"/>
          </a:xfrm>
          <a:prstGeom prst="rect">
            <a:avLst/>
          </a:prstGeom>
          <a:noFill/>
          <a:ln w="0">
            <a:noFill/>
          </a:ln>
        </p:spPr>
        <p:txBody>
          <a:bodyPr lIns="91440" rIns="91440" tIns="45720" bIns="45720" anchor="b">
            <a:noAutofit/>
          </a:bodyPr>
          <a:p>
            <a:pPr indent="0" algn="ctr" defTabSz="914400">
              <a:lnSpc>
                <a:spcPct val="90000"/>
              </a:lnSpc>
              <a:spcBef>
                <a:spcPts val="1001"/>
              </a:spcBef>
              <a:buNone/>
              <a:tabLst>
                <a:tab algn="l" pos="0"/>
              </a:tabLst>
            </a:pPr>
            <a:r>
              <a:rPr b="0" lang="en-US" sz="2400" strike="noStrike" u="none" cap="all">
                <a:solidFill>
                  <a:schemeClr val="accent1"/>
                </a:solidFill>
                <a:effectLst/>
                <a:uFillTx/>
                <a:latin typeface="Impact"/>
              </a:rPr>
              <a:t>Click to edit Master text styles</a:t>
            </a:r>
            <a:endParaRPr b="0" lang="en-US" sz="2400" strike="noStrike" u="none" cap="all">
              <a:solidFill>
                <a:schemeClr val="dk1"/>
              </a:solidFill>
              <a:effectLst/>
              <a:uFillTx/>
              <a:latin typeface="Impact"/>
            </a:endParaRPr>
          </a:p>
        </p:txBody>
      </p:sp>
      <p:sp>
        <p:nvSpPr>
          <p:cNvPr id="73" name="PlaceHolder 7"/>
          <p:cNvSpPr>
            <a:spLocks noGrp="1"/>
          </p:cNvSpPr>
          <p:nvPr>
            <p:ph type="body"/>
          </p:nvPr>
        </p:nvSpPr>
        <p:spPr>
          <a:xfrm>
            <a:off x="5827680" y="2639520"/>
            <a:ext cx="2482200" cy="2734560"/>
          </a:xfrm>
          <a:prstGeom prst="rect">
            <a:avLst/>
          </a:prstGeom>
          <a:noFill/>
          <a:ln w="0">
            <a:noFill/>
          </a:ln>
        </p:spPr>
        <p:txBody>
          <a:bodyPr lIns="91440" rIns="91440" tIns="45720" bIns="45720" anchor="t">
            <a:normAutofit/>
          </a:bodyPr>
          <a:p>
            <a:pPr indent="0" algn="ctr" defTabSz="914400">
              <a:lnSpc>
                <a:spcPct val="120000"/>
              </a:lnSpc>
              <a:spcBef>
                <a:spcPts val="1001"/>
              </a:spcBef>
              <a:buNone/>
              <a:tabLst>
                <a:tab algn="l" pos="0"/>
              </a:tabLst>
            </a:pPr>
            <a:r>
              <a:rPr b="0" lang="en-US" sz="1400" strike="noStrike" u="none" cap="all">
                <a:solidFill>
                  <a:schemeClr val="dk1"/>
                </a:solidFill>
                <a:effectLst/>
                <a:uFillTx/>
                <a:latin typeface="Impact"/>
              </a:rPr>
              <a:t>Click to edit Master text styles</a:t>
            </a:r>
            <a:endParaRPr b="0" lang="en-US" sz="1400" strike="noStrike" u="none" cap="all">
              <a:solidFill>
                <a:schemeClr val="dk1"/>
              </a:solidFill>
              <a:effectLst/>
              <a:uFillTx/>
              <a:latin typeface="Impact"/>
            </a:endParaRPr>
          </a:p>
        </p:txBody>
      </p:sp>
      <p:sp>
        <p:nvSpPr>
          <p:cNvPr id="74" name="PlaceHolder 8"/>
          <p:cNvSpPr>
            <a:spLocks noGrp="1"/>
          </p:cNvSpPr>
          <p:nvPr>
            <p:ph type="dt" idx="16"/>
          </p:nvPr>
        </p:nvSpPr>
        <p:spPr>
          <a:xfrm>
            <a:off x="5473440" y="5757480"/>
            <a:ext cx="2838240" cy="498240"/>
          </a:xfrm>
          <a:prstGeom prst="rect">
            <a:avLst/>
          </a:prstGeom>
          <a:noFill/>
          <a:ln w="0">
            <a:noFill/>
          </a:ln>
        </p:spPr>
        <p:txBody>
          <a:bodyPr lIns="91440" rIns="91440" tIns="45720" bIns="45720" anchor="ctr">
            <a:noAutofit/>
          </a:bodyPr>
          <a:lstStyle>
            <a:lvl1pPr indent="0" algn="r" defTabSz="457200">
              <a:lnSpc>
                <a:spcPct val="100000"/>
              </a:lnSpc>
              <a:buNone/>
              <a:defRPr b="0" lang="en-US" sz="2800" strike="noStrike" u="none" cap="all">
                <a:solidFill>
                  <a:schemeClr val="accent1">
                    <a:lumMod val="50000"/>
                  </a:schemeClr>
                </a:solidFill>
                <a:effectLst/>
                <a:uFillTx/>
                <a:latin typeface="Impact"/>
              </a:defRPr>
            </a:lvl1pPr>
          </a:lstStyle>
          <a:p>
            <a:pPr indent="0" algn="r" defTabSz="457200">
              <a:lnSpc>
                <a:spcPct val="100000"/>
              </a:lnSpc>
              <a:buNone/>
            </a:pPr>
            <a:r>
              <a:rPr b="0" lang="en-US" sz="2800" strike="noStrike" u="none" cap="all">
                <a:solidFill>
                  <a:schemeClr val="accent1">
                    <a:lumMod val="50000"/>
                  </a:schemeClr>
                </a:solidFill>
                <a:effectLst/>
                <a:uFillTx/>
                <a:latin typeface="Impact"/>
              </a:rPr>
              <a:t>&lt;date/time&gt;</a:t>
            </a:r>
            <a:endParaRPr b="0" lang="en-IN" sz="2800" strike="noStrike" u="none">
              <a:solidFill>
                <a:srgbClr val="000000"/>
              </a:solidFill>
              <a:effectLst/>
              <a:uFillTx/>
              <a:latin typeface="Times New Roman"/>
            </a:endParaRPr>
          </a:p>
        </p:txBody>
      </p:sp>
      <p:sp>
        <p:nvSpPr>
          <p:cNvPr id="75" name="PlaceHolder 9"/>
          <p:cNvSpPr>
            <a:spLocks noGrp="1"/>
          </p:cNvSpPr>
          <p:nvPr>
            <p:ph type="ftr" idx="17"/>
          </p:nvPr>
        </p:nvSpPr>
        <p:spPr>
          <a:xfrm>
            <a:off x="514440" y="5757480"/>
            <a:ext cx="4124520" cy="498240"/>
          </a:xfrm>
          <a:prstGeom prst="rect">
            <a:avLst/>
          </a:prstGeom>
          <a:noFill/>
          <a:ln w="0">
            <a:noFill/>
          </a:ln>
        </p:spPr>
        <p:txBody>
          <a:bodyPr lIns="91440" rIns="91440" tIns="45720" bIns="45720" anchor="ctr">
            <a:noAutofit/>
          </a:bodyPr>
          <a:lstStyle>
            <a:lvl1pPr indent="0" algn="ctr">
              <a:buNone/>
              <a:defRPr b="0" lang="en-IN" sz="1400" strike="noStrike" u="none">
                <a:solidFill>
                  <a:srgbClr val="000000"/>
                </a:solidFill>
                <a:effectLst/>
                <a:uFillTx/>
                <a:latin typeface="Times New Roman"/>
              </a:defRPr>
            </a:lvl1pPr>
          </a:lstStyle>
          <a:p>
            <a:pPr indent="0" algn="ctr">
              <a:buNone/>
            </a:pPr>
            <a:r>
              <a:rPr b="0" lang="en-IN" sz="1400" strike="noStrike" u="none">
                <a:solidFill>
                  <a:srgbClr val="000000"/>
                </a:solidFill>
                <a:effectLst/>
                <a:uFillTx/>
                <a:latin typeface="Times New Roman"/>
              </a:rPr>
              <a:t>&lt;footer&gt;</a:t>
            </a:r>
            <a:endParaRPr b="0" lang="en-IN" sz="1400" strike="noStrike" u="none">
              <a:solidFill>
                <a:srgbClr val="000000"/>
              </a:solidFill>
              <a:effectLst/>
              <a:uFillTx/>
              <a:latin typeface="Times New Roman"/>
            </a:endParaRPr>
          </a:p>
        </p:txBody>
      </p:sp>
      <p:sp>
        <p:nvSpPr>
          <p:cNvPr id="76" name="PlaceHolder 10"/>
          <p:cNvSpPr>
            <a:spLocks noGrp="1"/>
          </p:cNvSpPr>
          <p:nvPr>
            <p:ph type="sldNum" idx="18"/>
          </p:nvPr>
        </p:nvSpPr>
        <p:spPr>
          <a:xfrm>
            <a:off x="4715280" y="5757480"/>
            <a:ext cx="680040" cy="498240"/>
          </a:xfrm>
          <a:prstGeom prst="rect">
            <a:avLst/>
          </a:prstGeom>
          <a:noFill/>
          <a:ln w="0">
            <a:noFill/>
          </a:ln>
        </p:spPr>
        <p:txBody>
          <a:bodyPr lIns="91440" rIns="91440" tIns="45720" bIns="45720" anchor="ctr">
            <a:noAutofit/>
          </a:bodyPr>
          <a:lstStyle>
            <a:lvl1pPr indent="0" algn="ctr" defTabSz="457200">
              <a:lnSpc>
                <a:spcPct val="100000"/>
              </a:lnSpc>
              <a:buNone/>
              <a:defRPr b="0" lang="en-US" sz="2800" strike="noStrike" u="none" cap="all">
                <a:solidFill>
                  <a:schemeClr val="accent1">
                    <a:lumMod val="50000"/>
                  </a:schemeClr>
                </a:solidFill>
                <a:effectLst/>
                <a:uFillTx/>
                <a:latin typeface="Impact"/>
              </a:defRPr>
            </a:lvl1pPr>
          </a:lstStyle>
          <a:p>
            <a:pPr indent="0" algn="ctr" defTabSz="457200">
              <a:lnSpc>
                <a:spcPct val="100000"/>
              </a:lnSpc>
              <a:buNone/>
            </a:pPr>
            <a:fld id="{3C2D9162-CC17-42B1-8220-76E7A93DE6B9}" type="slidenum">
              <a:rPr b="0" lang="en-US" sz="2800" strike="noStrike" u="none" cap="all">
                <a:solidFill>
                  <a:schemeClr val="accent1">
                    <a:lumMod val="50000"/>
                  </a:schemeClr>
                </a:solidFill>
                <a:effectLst/>
                <a:uFillTx/>
                <a:latin typeface="Impact"/>
              </a:rPr>
              <a:t>&lt;number&gt;</a:t>
            </a:fld>
            <a:endParaRPr b="0" lang="en-IN" sz="2800" strike="noStrike" u="non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3 Picture Column">
    <p:bg>
      <p:bgPr>
        <a:blipFill rotWithShape="0">
          <a:blip r:embed="rId2"/>
          <a:stretch/>
        </a:blipFill>
      </p:bgPr>
    </p:bg>
    <p:spTree>
      <p:nvGrpSpPr>
        <p:cNvPr id="1" name=""/>
        <p:cNvGrpSpPr/>
        <p:nvPr/>
      </p:nvGrpSpPr>
      <p:grpSpPr>
        <a:xfrm>
          <a:off x="0" y="0"/>
          <a:ext cx="0" cy="0"/>
          <a:chOff x="0" y="0"/>
          <a:chExt cx="0" cy="0"/>
        </a:xfrm>
      </p:grpSpPr>
      <p:pic>
        <p:nvPicPr>
          <p:cNvPr id="77" name="Picture 7" descr="Brickwork-SD-R1acrop.jpg"/>
          <p:cNvPicPr/>
          <p:nvPr/>
        </p:nvPicPr>
        <p:blipFill>
          <a:blip r:embed="rId3"/>
          <a:stretch/>
        </p:blipFill>
        <p:spPr>
          <a:xfrm>
            <a:off x="0" y="0"/>
            <a:ext cx="9143640" cy="6857640"/>
          </a:xfrm>
          <a:prstGeom prst="rect">
            <a:avLst/>
          </a:prstGeom>
          <a:noFill/>
          <a:ln w="0">
            <a:noFill/>
          </a:ln>
        </p:spPr>
      </p:pic>
      <p:grpSp>
        <p:nvGrpSpPr>
          <p:cNvPr id="78" name="Group 9"/>
          <p:cNvGrpSpPr/>
          <p:nvPr/>
        </p:nvGrpSpPr>
        <p:grpSpPr>
          <a:xfrm>
            <a:off x="-19080" y="0"/>
            <a:ext cx="9003600" cy="6643800"/>
            <a:chOff x="-19080" y="0"/>
            <a:chExt cx="9003600" cy="6643800"/>
          </a:xfrm>
        </p:grpSpPr>
        <p:sp useBgFill="1">
          <p:nvSpPr>
            <p:cNvPr id="79" name="Rectangle 10"/>
            <p:cNvSpPr/>
            <p:nvPr/>
          </p:nvSpPr>
          <p:spPr>
            <a:xfrm>
              <a:off x="0" y="0"/>
              <a:ext cx="8984520" cy="6643800"/>
            </a:xfrm>
            <a:prstGeom prst="rect">
              <a:avLst/>
            </a:prstGeom>
            <a:ln>
              <a:noFill/>
            </a:ln>
            <a:effectLst>
              <a:outerShdw algn="tl" blurRad="98280" dir="4391803" dist="75963" rotWithShape="0">
                <a:srgbClr val="000000">
                  <a:alpha val="68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defTabSz="457200">
                <a:lnSpc>
                  <a:spcPct val="100000"/>
                </a:lnSpc>
              </a:pPr>
              <a:endParaRPr b="0" lang="en-IN" sz="1800" strike="noStrike" u="none">
                <a:solidFill>
                  <a:schemeClr val="lt1"/>
                </a:solidFill>
                <a:effectLst/>
                <a:uFillTx/>
                <a:latin typeface="Impact"/>
              </a:endParaRPr>
            </a:p>
          </p:txBody>
        </p:sp>
        <p:sp>
          <p:nvSpPr>
            <p:cNvPr id="80" name="Rectangle 12"/>
            <p:cNvSpPr/>
            <p:nvPr/>
          </p:nvSpPr>
          <p:spPr>
            <a:xfrm>
              <a:off x="0" y="5600160"/>
              <a:ext cx="8779680" cy="780120"/>
            </a:xfrm>
            <a:prstGeom prst="rect">
              <a:avLst/>
            </a:prstGeom>
            <a:gradFill rotWithShape="0">
              <a:gsLst>
                <a:gs pos="34000">
                  <a:srgbClr val="b80e0f"/>
                </a:gs>
                <a:gs pos="100000">
                  <a:srgbClr val="5c0707"/>
                </a:gs>
              </a:gsLst>
              <a:path path="circle">
                <a:fillToRect l="50000" t="50000" r="50000" b="50000"/>
              </a:path>
            </a:gradFill>
            <a:ln>
              <a:noFill/>
            </a:ln>
          </p:spPr>
          <p:style>
            <a:lnRef idx="1">
              <a:schemeClr val="accent1"/>
            </a:lnRef>
            <a:fillRef idx="3">
              <a:schemeClr val="accent1"/>
            </a:fillRef>
            <a:effectRef idx="2">
              <a:schemeClr val="accent1"/>
            </a:effectRef>
            <a:fontRef idx="minor"/>
          </p:style>
          <p:txBody>
            <a:bodyPr lIns="90000" rIns="90000" tIns="45000" bIns="45000" anchor="t">
              <a:noAutofit/>
            </a:bodyPr>
            <a:p>
              <a:pPr defTabSz="457200">
                <a:lnSpc>
                  <a:spcPct val="100000"/>
                </a:lnSpc>
              </a:pPr>
              <a:endParaRPr b="0" lang="en-IN" sz="1800" strike="noStrike" u="none">
                <a:solidFill>
                  <a:schemeClr val="lt1"/>
                </a:solidFill>
                <a:effectLst/>
                <a:uFillTx/>
                <a:latin typeface="Impact"/>
              </a:endParaRPr>
            </a:p>
          </p:txBody>
        </p:sp>
        <p:sp>
          <p:nvSpPr>
            <p:cNvPr id="81" name="Freeform 11"/>
            <p:cNvSpPr/>
            <p:nvPr/>
          </p:nvSpPr>
          <p:spPr>
            <a:xfrm>
              <a:off x="-19080" y="0"/>
              <a:ext cx="8829720" cy="6419160"/>
            </a:xfrm>
            <a:custGeom>
              <a:avLst/>
              <a:gdLst>
                <a:gd name="textAreaLeft" fmla="*/ 0 w 8829720"/>
                <a:gd name="textAreaRight" fmla="*/ 8830080 w 8829720"/>
                <a:gd name="textAreaTop" fmla="*/ 0 h 6419160"/>
                <a:gd name="textAreaBottom" fmla="*/ 6419520 h 6419160"/>
              </a:gdLst>
              <a:ahLst/>
              <a:cxnLst/>
              <a:rect l="textAreaLeft" t="textAreaTop" r="textAreaRight" b="textAreaBottom"/>
              <a:pathLst>
                <a:path w="11773291" h="6419514">
                  <a:moveTo>
                    <a:pt x="11750059" y="0"/>
                  </a:moveTo>
                  <a:lnTo>
                    <a:pt x="11773291" y="6419514"/>
                  </a:lnTo>
                  <a:lnTo>
                    <a:pt x="0" y="6411047"/>
                  </a:lnTo>
                </a:path>
              </a:pathLst>
            </a:custGeom>
            <a:noFill/>
            <a:ln w="82550">
              <a:solidFill>
                <a:srgbClr val="000000">
                  <a:lumMod val="50000"/>
                  <a:lumOff val="50000"/>
                </a:srgbClr>
              </a:solidFill>
              <a:miter/>
            </a:ln>
          </p:spPr>
          <p:style>
            <a:lnRef idx="2">
              <a:schemeClr val="accent1"/>
            </a:lnRef>
            <a:fillRef idx="0">
              <a:schemeClr val="accent1"/>
            </a:fillRef>
            <a:effectRef idx="1">
              <a:schemeClr val="accent1"/>
            </a:effectRef>
            <a:fontRef idx="minor"/>
          </p:style>
          <p:txBody>
            <a:bodyPr lIns="90000" rIns="90000" tIns="45000" bIns="45000" anchor="t">
              <a:noAutofit/>
            </a:bodyPr>
            <a:p>
              <a:pPr defTabSz="457200">
                <a:lnSpc>
                  <a:spcPct val="100000"/>
                </a:lnSpc>
              </a:pPr>
              <a:endParaRPr b="0" lang="en-IN" sz="1800" strike="noStrike" u="none">
                <a:solidFill>
                  <a:schemeClr val="dk1"/>
                </a:solidFill>
                <a:effectLst/>
                <a:uFillTx/>
                <a:latin typeface="Impact"/>
              </a:endParaRPr>
            </a:p>
          </p:txBody>
        </p:sp>
      </p:grpSp>
      <p:sp>
        <p:nvSpPr>
          <p:cNvPr id="82" name="PlaceHolder 1"/>
          <p:cNvSpPr>
            <a:spLocks noGrp="1"/>
          </p:cNvSpPr>
          <p:nvPr>
            <p:ph type="title"/>
          </p:nvPr>
        </p:nvSpPr>
        <p:spPr>
          <a:xfrm>
            <a:off x="514440" y="685800"/>
            <a:ext cx="7797240" cy="1151640"/>
          </a:xfrm>
          <a:prstGeom prst="rect">
            <a:avLst/>
          </a:prstGeom>
          <a:noFill/>
          <a:ln w="0">
            <a:noFill/>
          </a:ln>
        </p:spPr>
        <p:txBody>
          <a:bodyPr lIns="91440" rIns="91440" tIns="45720" bIns="45720" anchor="ctr">
            <a:noAutofit/>
          </a:bodyPr>
          <a:p>
            <a:pPr indent="0" algn="ctr" defTabSz="914400">
              <a:lnSpc>
                <a:spcPct val="90000"/>
              </a:lnSpc>
              <a:buNone/>
            </a:pPr>
            <a:r>
              <a:rPr b="0" lang="en-US" sz="4400" strike="noStrike" u="none" cap="all">
                <a:solidFill>
                  <a:schemeClr val="accent1"/>
                </a:solidFill>
                <a:effectLst/>
                <a:uFillTx/>
                <a:latin typeface="Impact"/>
              </a:rPr>
              <a:t>Click to edit Master title style</a:t>
            </a:r>
            <a:endParaRPr b="0" lang="en-US" sz="4400" strike="noStrike" u="none">
              <a:solidFill>
                <a:schemeClr val="dk1"/>
              </a:solidFill>
              <a:effectLst/>
              <a:uFillTx/>
              <a:latin typeface="Impact"/>
            </a:endParaRPr>
          </a:p>
        </p:txBody>
      </p:sp>
      <p:sp>
        <p:nvSpPr>
          <p:cNvPr id="83" name="PlaceHolder 2"/>
          <p:cNvSpPr>
            <a:spLocks noGrp="1"/>
          </p:cNvSpPr>
          <p:nvPr>
            <p:ph type="body"/>
          </p:nvPr>
        </p:nvSpPr>
        <p:spPr>
          <a:xfrm>
            <a:off x="518760" y="3813120"/>
            <a:ext cx="2482200" cy="576000"/>
          </a:xfrm>
          <a:prstGeom prst="rect">
            <a:avLst/>
          </a:prstGeom>
          <a:noFill/>
          <a:ln w="0">
            <a:noFill/>
          </a:ln>
        </p:spPr>
        <p:txBody>
          <a:bodyPr lIns="91440" rIns="91440" tIns="45720" bIns="45720" anchor="b">
            <a:noAutofit/>
          </a:bodyPr>
          <a:p>
            <a:pPr indent="0" algn="ctr" defTabSz="914400">
              <a:lnSpc>
                <a:spcPct val="90000"/>
              </a:lnSpc>
              <a:spcBef>
                <a:spcPts val="1001"/>
              </a:spcBef>
              <a:buNone/>
              <a:tabLst>
                <a:tab algn="l" pos="0"/>
              </a:tabLst>
            </a:pPr>
            <a:r>
              <a:rPr b="0" lang="en-US" sz="2200" strike="noStrike" u="none" cap="all">
                <a:solidFill>
                  <a:schemeClr val="accent1"/>
                </a:solidFill>
                <a:effectLst/>
                <a:uFillTx/>
                <a:latin typeface="Impact"/>
              </a:rPr>
              <a:t>Click to edit Master text styles</a:t>
            </a:r>
            <a:endParaRPr b="0" lang="en-US" sz="2200" strike="noStrike" u="none" cap="all">
              <a:solidFill>
                <a:schemeClr val="dk1"/>
              </a:solidFill>
              <a:effectLst/>
              <a:uFillTx/>
              <a:latin typeface="Impact"/>
            </a:endParaRPr>
          </a:p>
        </p:txBody>
      </p:sp>
      <p:sp>
        <p:nvSpPr>
          <p:cNvPr id="84" name="PlaceHolder 3"/>
          <p:cNvSpPr>
            <a:spLocks noGrp="1"/>
          </p:cNvSpPr>
          <p:nvPr>
            <p:ph type="body"/>
          </p:nvPr>
        </p:nvSpPr>
        <p:spPr>
          <a:xfrm>
            <a:off x="514440" y="2063520"/>
            <a:ext cx="2482200" cy="1536480"/>
          </a:xfrm>
          <a:prstGeom prst="rect">
            <a:avLst/>
          </a:prstGeom>
          <a:noFill/>
          <a:ln w="57240">
            <a:solidFill>
              <a:schemeClr val="lt1">
                <a:lumMod val="50000"/>
              </a:schemeClr>
            </a:solidFill>
            <a:miter/>
          </a:ln>
        </p:spPr>
        <p:txBody>
          <a:bodyPr lIns="90000" rIns="90000" tIns="45000" bIns="45000" anchor="t">
            <a:normAutofit/>
          </a:bodyPr>
          <a:p>
            <a:pPr indent="0" algn="ctr" defTabSz="457200">
              <a:lnSpc>
                <a:spcPct val="100000"/>
              </a:lnSpc>
              <a:buNone/>
              <a:tabLst>
                <a:tab algn="l" pos="0"/>
              </a:tabLst>
            </a:pPr>
            <a:r>
              <a:rPr b="0" lang="en-US" sz="1600" strike="noStrike" u="none">
                <a:solidFill>
                  <a:schemeClr val="dk1"/>
                </a:solidFill>
                <a:effectLst/>
                <a:uFillTx/>
                <a:latin typeface="Impact"/>
              </a:rPr>
              <a:t>Click icon to add picture</a:t>
            </a:r>
            <a:endParaRPr b="0" lang="en-US" sz="1600" strike="noStrike" u="none" cap="all">
              <a:solidFill>
                <a:schemeClr val="dk1"/>
              </a:solidFill>
              <a:effectLst/>
              <a:uFillTx/>
              <a:latin typeface="Impact"/>
            </a:endParaRPr>
          </a:p>
        </p:txBody>
      </p:sp>
      <p:sp>
        <p:nvSpPr>
          <p:cNvPr id="85" name="PlaceHolder 4"/>
          <p:cNvSpPr>
            <a:spLocks noGrp="1"/>
          </p:cNvSpPr>
          <p:nvPr>
            <p:ph type="body"/>
          </p:nvPr>
        </p:nvSpPr>
        <p:spPr>
          <a:xfrm>
            <a:off x="518760" y="4389120"/>
            <a:ext cx="2482200" cy="984960"/>
          </a:xfrm>
          <a:prstGeom prst="rect">
            <a:avLst/>
          </a:prstGeom>
          <a:noFill/>
          <a:ln w="0">
            <a:noFill/>
          </a:ln>
        </p:spPr>
        <p:txBody>
          <a:bodyPr lIns="91440" rIns="91440" tIns="45720" bIns="45720" anchor="t">
            <a:normAutofit/>
          </a:bodyPr>
          <a:p>
            <a:pPr indent="0" algn="ctr" defTabSz="914400">
              <a:lnSpc>
                <a:spcPct val="120000"/>
              </a:lnSpc>
              <a:spcBef>
                <a:spcPts val="1001"/>
              </a:spcBef>
              <a:buNone/>
              <a:tabLst>
                <a:tab algn="l" pos="0"/>
              </a:tabLst>
            </a:pPr>
            <a:r>
              <a:rPr b="0" lang="en-US" sz="1400" strike="noStrike" u="none" cap="all">
                <a:solidFill>
                  <a:schemeClr val="dk1"/>
                </a:solidFill>
                <a:effectLst/>
                <a:uFillTx/>
                <a:latin typeface="Impact"/>
              </a:rPr>
              <a:t>Click to edit Master text styles</a:t>
            </a:r>
            <a:endParaRPr b="0" lang="en-US" sz="1400" strike="noStrike" u="none" cap="all">
              <a:solidFill>
                <a:schemeClr val="dk1"/>
              </a:solidFill>
              <a:effectLst/>
              <a:uFillTx/>
              <a:latin typeface="Impact"/>
            </a:endParaRPr>
          </a:p>
        </p:txBody>
      </p:sp>
      <p:sp>
        <p:nvSpPr>
          <p:cNvPr id="86" name="PlaceHolder 5"/>
          <p:cNvSpPr>
            <a:spLocks noGrp="1"/>
          </p:cNvSpPr>
          <p:nvPr>
            <p:ph type="body"/>
          </p:nvPr>
        </p:nvSpPr>
        <p:spPr>
          <a:xfrm>
            <a:off x="3178080" y="3813120"/>
            <a:ext cx="2482200" cy="576000"/>
          </a:xfrm>
          <a:prstGeom prst="rect">
            <a:avLst/>
          </a:prstGeom>
          <a:noFill/>
          <a:ln w="0">
            <a:noFill/>
          </a:ln>
        </p:spPr>
        <p:txBody>
          <a:bodyPr lIns="91440" rIns="91440" tIns="45720" bIns="45720" anchor="b">
            <a:noAutofit/>
          </a:bodyPr>
          <a:p>
            <a:pPr indent="0" algn="ctr" defTabSz="914400">
              <a:lnSpc>
                <a:spcPct val="90000"/>
              </a:lnSpc>
              <a:spcBef>
                <a:spcPts val="1001"/>
              </a:spcBef>
              <a:buNone/>
              <a:tabLst>
                <a:tab algn="l" pos="0"/>
              </a:tabLst>
            </a:pPr>
            <a:r>
              <a:rPr b="0" lang="en-US" sz="2200" strike="noStrike" u="none" cap="all">
                <a:solidFill>
                  <a:schemeClr val="accent1"/>
                </a:solidFill>
                <a:effectLst/>
                <a:uFillTx/>
                <a:latin typeface="Impact"/>
              </a:rPr>
              <a:t>Click to edit Master text styles</a:t>
            </a:r>
            <a:endParaRPr b="0" lang="en-US" sz="2200" strike="noStrike" u="none" cap="all">
              <a:solidFill>
                <a:schemeClr val="dk1"/>
              </a:solidFill>
              <a:effectLst/>
              <a:uFillTx/>
              <a:latin typeface="Impact"/>
            </a:endParaRPr>
          </a:p>
        </p:txBody>
      </p:sp>
      <p:sp>
        <p:nvSpPr>
          <p:cNvPr id="87" name="PlaceHolder 6"/>
          <p:cNvSpPr>
            <a:spLocks noGrp="1"/>
          </p:cNvSpPr>
          <p:nvPr>
            <p:ph type="body"/>
          </p:nvPr>
        </p:nvSpPr>
        <p:spPr>
          <a:xfrm>
            <a:off x="3177000" y="2063520"/>
            <a:ext cx="2482200" cy="1535040"/>
          </a:xfrm>
          <a:prstGeom prst="rect">
            <a:avLst/>
          </a:prstGeom>
          <a:noFill/>
          <a:ln w="57240">
            <a:solidFill>
              <a:schemeClr val="lt1">
                <a:lumMod val="50000"/>
              </a:schemeClr>
            </a:solidFill>
            <a:miter/>
          </a:ln>
        </p:spPr>
        <p:txBody>
          <a:bodyPr lIns="90000" rIns="90000" tIns="45000" bIns="45000" anchor="t">
            <a:normAutofit/>
          </a:bodyPr>
          <a:p>
            <a:pPr indent="0" algn="ctr" defTabSz="457200">
              <a:lnSpc>
                <a:spcPct val="100000"/>
              </a:lnSpc>
              <a:buNone/>
              <a:tabLst>
                <a:tab algn="l" pos="0"/>
              </a:tabLst>
            </a:pPr>
            <a:r>
              <a:rPr b="0" lang="en-US" sz="1600" strike="noStrike" u="none">
                <a:solidFill>
                  <a:schemeClr val="dk1"/>
                </a:solidFill>
                <a:effectLst/>
                <a:uFillTx/>
                <a:latin typeface="Impact"/>
              </a:rPr>
              <a:t>Click icon to add picture</a:t>
            </a:r>
            <a:endParaRPr b="0" lang="en-US" sz="1600" strike="noStrike" u="none" cap="all">
              <a:solidFill>
                <a:schemeClr val="dk1"/>
              </a:solidFill>
              <a:effectLst/>
              <a:uFillTx/>
              <a:latin typeface="Impact"/>
            </a:endParaRPr>
          </a:p>
        </p:txBody>
      </p:sp>
      <p:sp>
        <p:nvSpPr>
          <p:cNvPr id="88" name="PlaceHolder 7"/>
          <p:cNvSpPr>
            <a:spLocks noGrp="1"/>
          </p:cNvSpPr>
          <p:nvPr>
            <p:ph type="body"/>
          </p:nvPr>
        </p:nvSpPr>
        <p:spPr>
          <a:xfrm>
            <a:off x="3177000" y="4389120"/>
            <a:ext cx="2483280" cy="984960"/>
          </a:xfrm>
          <a:prstGeom prst="rect">
            <a:avLst/>
          </a:prstGeom>
          <a:noFill/>
          <a:ln w="0">
            <a:noFill/>
          </a:ln>
        </p:spPr>
        <p:txBody>
          <a:bodyPr lIns="91440" rIns="91440" tIns="45720" bIns="45720" anchor="t">
            <a:normAutofit/>
          </a:bodyPr>
          <a:p>
            <a:pPr indent="0" algn="ctr" defTabSz="914400">
              <a:lnSpc>
                <a:spcPct val="120000"/>
              </a:lnSpc>
              <a:spcBef>
                <a:spcPts val="1001"/>
              </a:spcBef>
              <a:buNone/>
              <a:tabLst>
                <a:tab algn="l" pos="0"/>
              </a:tabLst>
            </a:pPr>
            <a:r>
              <a:rPr b="0" lang="en-US" sz="1400" strike="noStrike" u="none" cap="all">
                <a:solidFill>
                  <a:schemeClr val="dk1"/>
                </a:solidFill>
                <a:effectLst/>
                <a:uFillTx/>
                <a:latin typeface="Impact"/>
              </a:rPr>
              <a:t>Click to edit Master text styles</a:t>
            </a:r>
            <a:endParaRPr b="0" lang="en-US" sz="1400" strike="noStrike" u="none" cap="all">
              <a:solidFill>
                <a:schemeClr val="dk1"/>
              </a:solidFill>
              <a:effectLst/>
              <a:uFillTx/>
              <a:latin typeface="Impact"/>
            </a:endParaRPr>
          </a:p>
        </p:txBody>
      </p:sp>
      <p:sp>
        <p:nvSpPr>
          <p:cNvPr id="89" name="PlaceHolder 8"/>
          <p:cNvSpPr>
            <a:spLocks noGrp="1"/>
          </p:cNvSpPr>
          <p:nvPr>
            <p:ph type="body"/>
          </p:nvPr>
        </p:nvSpPr>
        <p:spPr>
          <a:xfrm>
            <a:off x="5826600" y="3813120"/>
            <a:ext cx="2482200" cy="576000"/>
          </a:xfrm>
          <a:prstGeom prst="rect">
            <a:avLst/>
          </a:prstGeom>
          <a:noFill/>
          <a:ln w="0">
            <a:noFill/>
          </a:ln>
        </p:spPr>
        <p:txBody>
          <a:bodyPr lIns="91440" rIns="91440" tIns="45720" bIns="45720" anchor="b">
            <a:noAutofit/>
          </a:bodyPr>
          <a:p>
            <a:pPr indent="0" algn="ctr" defTabSz="914400">
              <a:lnSpc>
                <a:spcPct val="90000"/>
              </a:lnSpc>
              <a:spcBef>
                <a:spcPts val="1001"/>
              </a:spcBef>
              <a:buNone/>
              <a:tabLst>
                <a:tab algn="l" pos="0"/>
              </a:tabLst>
            </a:pPr>
            <a:r>
              <a:rPr b="0" lang="en-US" sz="2200" strike="noStrike" u="none" cap="all">
                <a:solidFill>
                  <a:schemeClr val="accent1"/>
                </a:solidFill>
                <a:effectLst/>
                <a:uFillTx/>
                <a:latin typeface="Impact"/>
              </a:rPr>
              <a:t>Click to edit Master text styles</a:t>
            </a:r>
            <a:endParaRPr b="0" lang="en-US" sz="2200" strike="noStrike" u="none" cap="all">
              <a:solidFill>
                <a:schemeClr val="dk1"/>
              </a:solidFill>
              <a:effectLst/>
              <a:uFillTx/>
              <a:latin typeface="Impact"/>
            </a:endParaRPr>
          </a:p>
        </p:txBody>
      </p:sp>
      <p:sp>
        <p:nvSpPr>
          <p:cNvPr id="90" name="PlaceHolder 9"/>
          <p:cNvSpPr>
            <a:spLocks noGrp="1"/>
          </p:cNvSpPr>
          <p:nvPr>
            <p:ph type="body"/>
          </p:nvPr>
        </p:nvSpPr>
        <p:spPr>
          <a:xfrm>
            <a:off x="5826600" y="2063520"/>
            <a:ext cx="2482200" cy="1536840"/>
          </a:xfrm>
          <a:prstGeom prst="rect">
            <a:avLst/>
          </a:prstGeom>
          <a:noFill/>
          <a:ln w="57240">
            <a:solidFill>
              <a:schemeClr val="lt1">
                <a:lumMod val="50000"/>
              </a:schemeClr>
            </a:solidFill>
            <a:miter/>
          </a:ln>
        </p:spPr>
        <p:txBody>
          <a:bodyPr lIns="90000" rIns="90000" tIns="45000" bIns="45000" anchor="t">
            <a:normAutofit/>
          </a:bodyPr>
          <a:p>
            <a:pPr indent="0" algn="ctr" defTabSz="457200">
              <a:lnSpc>
                <a:spcPct val="100000"/>
              </a:lnSpc>
              <a:buNone/>
              <a:tabLst>
                <a:tab algn="l" pos="0"/>
              </a:tabLst>
            </a:pPr>
            <a:r>
              <a:rPr b="0" lang="en-US" sz="1600" strike="noStrike" u="none">
                <a:solidFill>
                  <a:schemeClr val="dk1"/>
                </a:solidFill>
                <a:effectLst/>
                <a:uFillTx/>
                <a:latin typeface="Impact"/>
              </a:rPr>
              <a:t>Click icon to add picture</a:t>
            </a:r>
            <a:endParaRPr b="0" lang="en-US" sz="1600" strike="noStrike" u="none" cap="all">
              <a:solidFill>
                <a:schemeClr val="dk1"/>
              </a:solidFill>
              <a:effectLst/>
              <a:uFillTx/>
              <a:latin typeface="Impact"/>
            </a:endParaRPr>
          </a:p>
        </p:txBody>
      </p:sp>
      <p:sp>
        <p:nvSpPr>
          <p:cNvPr id="91" name="PlaceHolder 10"/>
          <p:cNvSpPr>
            <a:spLocks noGrp="1"/>
          </p:cNvSpPr>
          <p:nvPr>
            <p:ph type="body"/>
          </p:nvPr>
        </p:nvSpPr>
        <p:spPr>
          <a:xfrm>
            <a:off x="5826600" y="4389120"/>
            <a:ext cx="2482200" cy="984960"/>
          </a:xfrm>
          <a:prstGeom prst="rect">
            <a:avLst/>
          </a:prstGeom>
          <a:noFill/>
          <a:ln w="0">
            <a:noFill/>
          </a:ln>
        </p:spPr>
        <p:txBody>
          <a:bodyPr lIns="91440" rIns="91440" tIns="45720" bIns="45720" anchor="t">
            <a:normAutofit/>
          </a:bodyPr>
          <a:p>
            <a:pPr indent="0" algn="ctr" defTabSz="914400">
              <a:lnSpc>
                <a:spcPct val="120000"/>
              </a:lnSpc>
              <a:spcBef>
                <a:spcPts val="1001"/>
              </a:spcBef>
              <a:buNone/>
              <a:tabLst>
                <a:tab algn="l" pos="0"/>
              </a:tabLst>
            </a:pPr>
            <a:r>
              <a:rPr b="0" lang="en-US" sz="1400" strike="noStrike" u="none" cap="all">
                <a:solidFill>
                  <a:schemeClr val="dk1"/>
                </a:solidFill>
                <a:effectLst/>
                <a:uFillTx/>
                <a:latin typeface="Impact"/>
              </a:rPr>
              <a:t>Click to edit Master text styles</a:t>
            </a:r>
            <a:endParaRPr b="0" lang="en-US" sz="1400" strike="noStrike" u="none" cap="all">
              <a:solidFill>
                <a:schemeClr val="dk1"/>
              </a:solidFill>
              <a:effectLst/>
              <a:uFillTx/>
              <a:latin typeface="Impact"/>
            </a:endParaRPr>
          </a:p>
        </p:txBody>
      </p:sp>
      <p:sp>
        <p:nvSpPr>
          <p:cNvPr id="92" name="PlaceHolder 11"/>
          <p:cNvSpPr>
            <a:spLocks noGrp="1"/>
          </p:cNvSpPr>
          <p:nvPr>
            <p:ph type="dt" idx="19"/>
          </p:nvPr>
        </p:nvSpPr>
        <p:spPr>
          <a:xfrm>
            <a:off x="5473440" y="5757480"/>
            <a:ext cx="2838240" cy="498240"/>
          </a:xfrm>
          <a:prstGeom prst="rect">
            <a:avLst/>
          </a:prstGeom>
          <a:noFill/>
          <a:ln w="0">
            <a:noFill/>
          </a:ln>
        </p:spPr>
        <p:txBody>
          <a:bodyPr lIns="91440" rIns="91440" tIns="45720" bIns="45720" anchor="ctr">
            <a:noAutofit/>
          </a:bodyPr>
          <a:lstStyle>
            <a:lvl1pPr indent="0" algn="r" defTabSz="457200">
              <a:lnSpc>
                <a:spcPct val="100000"/>
              </a:lnSpc>
              <a:buNone/>
              <a:defRPr b="0" lang="en-US" sz="2800" strike="noStrike" u="none" cap="all">
                <a:solidFill>
                  <a:schemeClr val="accent1">
                    <a:lumMod val="50000"/>
                  </a:schemeClr>
                </a:solidFill>
                <a:effectLst/>
                <a:uFillTx/>
                <a:latin typeface="Impact"/>
              </a:defRPr>
            </a:lvl1pPr>
          </a:lstStyle>
          <a:p>
            <a:pPr indent="0" algn="r" defTabSz="457200">
              <a:lnSpc>
                <a:spcPct val="100000"/>
              </a:lnSpc>
              <a:buNone/>
            </a:pPr>
            <a:r>
              <a:rPr b="0" lang="en-US" sz="2800" strike="noStrike" u="none" cap="all">
                <a:solidFill>
                  <a:schemeClr val="accent1">
                    <a:lumMod val="50000"/>
                  </a:schemeClr>
                </a:solidFill>
                <a:effectLst/>
                <a:uFillTx/>
                <a:latin typeface="Impact"/>
              </a:rPr>
              <a:t>&lt;date/time&gt;</a:t>
            </a:r>
            <a:endParaRPr b="0" lang="en-IN" sz="2800" strike="noStrike" u="none">
              <a:solidFill>
                <a:srgbClr val="000000"/>
              </a:solidFill>
              <a:effectLst/>
              <a:uFillTx/>
              <a:latin typeface="Times New Roman"/>
            </a:endParaRPr>
          </a:p>
        </p:txBody>
      </p:sp>
      <p:sp>
        <p:nvSpPr>
          <p:cNvPr id="93" name="PlaceHolder 12"/>
          <p:cNvSpPr>
            <a:spLocks noGrp="1"/>
          </p:cNvSpPr>
          <p:nvPr>
            <p:ph type="ftr" idx="20"/>
          </p:nvPr>
        </p:nvSpPr>
        <p:spPr>
          <a:xfrm>
            <a:off x="514440" y="5757480"/>
            <a:ext cx="4124520" cy="498240"/>
          </a:xfrm>
          <a:prstGeom prst="rect">
            <a:avLst/>
          </a:prstGeom>
          <a:noFill/>
          <a:ln w="0">
            <a:noFill/>
          </a:ln>
        </p:spPr>
        <p:txBody>
          <a:bodyPr lIns="91440" rIns="91440" tIns="45720" bIns="45720" anchor="ctr">
            <a:noAutofit/>
          </a:bodyPr>
          <a:lstStyle>
            <a:lvl1pPr indent="0" algn="ctr">
              <a:buNone/>
              <a:defRPr b="0" lang="en-IN" sz="1400" strike="noStrike" u="none">
                <a:solidFill>
                  <a:srgbClr val="000000"/>
                </a:solidFill>
                <a:effectLst/>
                <a:uFillTx/>
                <a:latin typeface="Times New Roman"/>
              </a:defRPr>
            </a:lvl1pPr>
          </a:lstStyle>
          <a:p>
            <a:pPr indent="0" algn="ctr">
              <a:buNone/>
            </a:pPr>
            <a:r>
              <a:rPr b="0" lang="en-IN" sz="1400" strike="noStrike" u="none">
                <a:solidFill>
                  <a:srgbClr val="000000"/>
                </a:solidFill>
                <a:effectLst/>
                <a:uFillTx/>
                <a:latin typeface="Times New Roman"/>
              </a:rPr>
              <a:t>&lt;footer&gt;</a:t>
            </a:r>
            <a:endParaRPr b="0" lang="en-IN" sz="1400" strike="noStrike" u="none">
              <a:solidFill>
                <a:srgbClr val="000000"/>
              </a:solidFill>
              <a:effectLst/>
              <a:uFillTx/>
              <a:latin typeface="Times New Roman"/>
            </a:endParaRPr>
          </a:p>
        </p:txBody>
      </p:sp>
      <p:sp>
        <p:nvSpPr>
          <p:cNvPr id="94" name="PlaceHolder 13"/>
          <p:cNvSpPr>
            <a:spLocks noGrp="1"/>
          </p:cNvSpPr>
          <p:nvPr>
            <p:ph type="sldNum" idx="21"/>
          </p:nvPr>
        </p:nvSpPr>
        <p:spPr>
          <a:xfrm>
            <a:off x="4715280" y="5757480"/>
            <a:ext cx="680040" cy="498240"/>
          </a:xfrm>
          <a:prstGeom prst="rect">
            <a:avLst/>
          </a:prstGeom>
          <a:noFill/>
          <a:ln w="0">
            <a:noFill/>
          </a:ln>
        </p:spPr>
        <p:txBody>
          <a:bodyPr lIns="91440" rIns="91440" tIns="45720" bIns="45720" anchor="ctr">
            <a:noAutofit/>
          </a:bodyPr>
          <a:lstStyle>
            <a:lvl1pPr indent="0" algn="ctr" defTabSz="457200">
              <a:lnSpc>
                <a:spcPct val="100000"/>
              </a:lnSpc>
              <a:buNone/>
              <a:defRPr b="0" lang="en-US" sz="2800" strike="noStrike" u="none" cap="all">
                <a:solidFill>
                  <a:schemeClr val="accent1">
                    <a:lumMod val="50000"/>
                  </a:schemeClr>
                </a:solidFill>
                <a:effectLst/>
                <a:uFillTx/>
                <a:latin typeface="Impact"/>
              </a:defRPr>
            </a:lvl1pPr>
          </a:lstStyle>
          <a:p>
            <a:pPr indent="0" algn="ctr" defTabSz="457200">
              <a:lnSpc>
                <a:spcPct val="100000"/>
              </a:lnSpc>
              <a:buNone/>
            </a:pPr>
            <a:fld id="{2A39FAD6-A793-4FCC-9033-F032E9608872}" type="slidenum">
              <a:rPr b="0" lang="en-US" sz="2800" strike="noStrike" u="none" cap="all">
                <a:solidFill>
                  <a:schemeClr val="accent1">
                    <a:lumMod val="50000"/>
                  </a:schemeClr>
                </a:solidFill>
                <a:effectLst/>
                <a:uFillTx/>
                <a:latin typeface="Impact"/>
              </a:rPr>
              <a:t>&lt;number&gt;</a:t>
            </a:fld>
            <a:endParaRPr b="0" lang="en-IN" sz="2800" strike="noStrike" u="none">
              <a:solidFill>
                <a:srgbClr val="000000"/>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bg>
      <p:bgPr>
        <a:blipFill rotWithShape="0">
          <a:blip r:embed="rId2"/>
          <a:stretch/>
        </a:blipFill>
      </p:bgPr>
    </p:bg>
    <p:spTree>
      <p:nvGrpSpPr>
        <p:cNvPr id="1" name=""/>
        <p:cNvGrpSpPr/>
        <p:nvPr/>
      </p:nvGrpSpPr>
      <p:grpSpPr>
        <a:xfrm>
          <a:off x="0" y="0"/>
          <a:ext cx="0" cy="0"/>
          <a:chOff x="0" y="0"/>
          <a:chExt cx="0" cy="0"/>
        </a:xfrm>
      </p:grpSpPr>
      <p:pic>
        <p:nvPicPr>
          <p:cNvPr id="95" name="Picture 7" descr="Brickwork-SD-R1acrop.jpg"/>
          <p:cNvPicPr/>
          <p:nvPr/>
        </p:nvPicPr>
        <p:blipFill>
          <a:blip r:embed="rId3"/>
          <a:stretch/>
        </p:blipFill>
        <p:spPr>
          <a:xfrm>
            <a:off x="0" y="0"/>
            <a:ext cx="9143640" cy="6857640"/>
          </a:xfrm>
          <a:prstGeom prst="rect">
            <a:avLst/>
          </a:prstGeom>
          <a:noFill/>
          <a:ln w="0">
            <a:noFill/>
          </a:ln>
        </p:spPr>
      </p:pic>
      <p:grpSp>
        <p:nvGrpSpPr>
          <p:cNvPr id="96" name="Group 9"/>
          <p:cNvGrpSpPr/>
          <p:nvPr/>
        </p:nvGrpSpPr>
        <p:grpSpPr>
          <a:xfrm>
            <a:off x="-19080" y="0"/>
            <a:ext cx="9003600" cy="6643800"/>
            <a:chOff x="-19080" y="0"/>
            <a:chExt cx="9003600" cy="6643800"/>
          </a:xfrm>
        </p:grpSpPr>
        <p:sp useBgFill="1">
          <p:nvSpPr>
            <p:cNvPr id="97" name="Rectangle 10"/>
            <p:cNvSpPr/>
            <p:nvPr/>
          </p:nvSpPr>
          <p:spPr>
            <a:xfrm>
              <a:off x="0" y="0"/>
              <a:ext cx="8984520" cy="6643800"/>
            </a:xfrm>
            <a:prstGeom prst="rect">
              <a:avLst/>
            </a:prstGeom>
            <a:ln>
              <a:noFill/>
            </a:ln>
            <a:effectLst>
              <a:outerShdw algn="tl" blurRad="98280" dir="4391803" dist="75963" rotWithShape="0">
                <a:srgbClr val="000000">
                  <a:alpha val="68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defTabSz="457200">
                <a:lnSpc>
                  <a:spcPct val="100000"/>
                </a:lnSpc>
              </a:pPr>
              <a:endParaRPr b="0" lang="en-IN" sz="1800" strike="noStrike" u="none">
                <a:solidFill>
                  <a:schemeClr val="lt1"/>
                </a:solidFill>
                <a:effectLst/>
                <a:uFillTx/>
                <a:latin typeface="Impact"/>
              </a:endParaRPr>
            </a:p>
          </p:txBody>
        </p:sp>
        <p:sp>
          <p:nvSpPr>
            <p:cNvPr id="98" name="Rectangle 12"/>
            <p:cNvSpPr/>
            <p:nvPr/>
          </p:nvSpPr>
          <p:spPr>
            <a:xfrm>
              <a:off x="0" y="5600160"/>
              <a:ext cx="8779680" cy="780120"/>
            </a:xfrm>
            <a:prstGeom prst="rect">
              <a:avLst/>
            </a:prstGeom>
            <a:gradFill rotWithShape="0">
              <a:gsLst>
                <a:gs pos="34000">
                  <a:srgbClr val="b80e0f"/>
                </a:gs>
                <a:gs pos="100000">
                  <a:srgbClr val="5c0707"/>
                </a:gs>
              </a:gsLst>
              <a:path path="circle">
                <a:fillToRect l="50000" t="50000" r="50000" b="50000"/>
              </a:path>
            </a:gradFill>
            <a:ln>
              <a:noFill/>
            </a:ln>
          </p:spPr>
          <p:style>
            <a:lnRef idx="1">
              <a:schemeClr val="accent1"/>
            </a:lnRef>
            <a:fillRef idx="3">
              <a:schemeClr val="accent1"/>
            </a:fillRef>
            <a:effectRef idx="2">
              <a:schemeClr val="accent1"/>
            </a:effectRef>
            <a:fontRef idx="minor"/>
          </p:style>
          <p:txBody>
            <a:bodyPr lIns="90000" rIns="90000" tIns="45000" bIns="45000" anchor="t">
              <a:noAutofit/>
            </a:bodyPr>
            <a:p>
              <a:pPr defTabSz="457200">
                <a:lnSpc>
                  <a:spcPct val="100000"/>
                </a:lnSpc>
              </a:pPr>
              <a:endParaRPr b="0" lang="en-IN" sz="1800" strike="noStrike" u="none">
                <a:solidFill>
                  <a:schemeClr val="lt1"/>
                </a:solidFill>
                <a:effectLst/>
                <a:uFillTx/>
                <a:latin typeface="Impact"/>
              </a:endParaRPr>
            </a:p>
          </p:txBody>
        </p:sp>
        <p:sp>
          <p:nvSpPr>
            <p:cNvPr id="99" name="Freeform 11"/>
            <p:cNvSpPr/>
            <p:nvPr/>
          </p:nvSpPr>
          <p:spPr>
            <a:xfrm>
              <a:off x="-19080" y="0"/>
              <a:ext cx="8829720" cy="6419160"/>
            </a:xfrm>
            <a:custGeom>
              <a:avLst/>
              <a:gdLst>
                <a:gd name="textAreaLeft" fmla="*/ 0 w 8829720"/>
                <a:gd name="textAreaRight" fmla="*/ 8830080 w 8829720"/>
                <a:gd name="textAreaTop" fmla="*/ 0 h 6419160"/>
                <a:gd name="textAreaBottom" fmla="*/ 6419520 h 6419160"/>
              </a:gdLst>
              <a:ahLst/>
              <a:cxnLst/>
              <a:rect l="textAreaLeft" t="textAreaTop" r="textAreaRight" b="textAreaBottom"/>
              <a:pathLst>
                <a:path w="11773291" h="6419514">
                  <a:moveTo>
                    <a:pt x="11750059" y="0"/>
                  </a:moveTo>
                  <a:lnTo>
                    <a:pt x="11773291" y="6419514"/>
                  </a:lnTo>
                  <a:lnTo>
                    <a:pt x="0" y="6411047"/>
                  </a:lnTo>
                </a:path>
              </a:pathLst>
            </a:custGeom>
            <a:noFill/>
            <a:ln w="82550">
              <a:solidFill>
                <a:srgbClr val="000000">
                  <a:lumMod val="50000"/>
                  <a:lumOff val="50000"/>
                </a:srgbClr>
              </a:solidFill>
              <a:miter/>
            </a:ln>
          </p:spPr>
          <p:style>
            <a:lnRef idx="2">
              <a:schemeClr val="accent1"/>
            </a:lnRef>
            <a:fillRef idx="0">
              <a:schemeClr val="accent1"/>
            </a:fillRef>
            <a:effectRef idx="1">
              <a:schemeClr val="accent1"/>
            </a:effectRef>
            <a:fontRef idx="minor"/>
          </p:style>
          <p:txBody>
            <a:bodyPr lIns="90000" rIns="90000" tIns="45000" bIns="45000" anchor="t">
              <a:noAutofit/>
            </a:bodyPr>
            <a:p>
              <a:pPr defTabSz="457200">
                <a:lnSpc>
                  <a:spcPct val="100000"/>
                </a:lnSpc>
              </a:pPr>
              <a:endParaRPr b="0" lang="en-IN" sz="1800" strike="noStrike" u="none">
                <a:solidFill>
                  <a:schemeClr val="dk1"/>
                </a:solidFill>
                <a:effectLst/>
                <a:uFillTx/>
                <a:latin typeface="Impact"/>
              </a:endParaRPr>
            </a:p>
          </p:txBody>
        </p:sp>
      </p:grpSp>
      <p:sp>
        <p:nvSpPr>
          <p:cNvPr id="100" name="PlaceHolder 1"/>
          <p:cNvSpPr>
            <a:spLocks noGrp="1"/>
          </p:cNvSpPr>
          <p:nvPr>
            <p:ph type="title"/>
          </p:nvPr>
        </p:nvSpPr>
        <p:spPr>
          <a:xfrm>
            <a:off x="514440" y="685800"/>
            <a:ext cx="7797240" cy="1151640"/>
          </a:xfrm>
          <a:prstGeom prst="rect">
            <a:avLst/>
          </a:prstGeom>
          <a:noFill/>
          <a:ln w="0">
            <a:noFill/>
          </a:ln>
        </p:spPr>
        <p:txBody>
          <a:bodyPr lIns="91440" rIns="91440" tIns="45720" bIns="45720" anchor="ctr">
            <a:noAutofit/>
          </a:bodyPr>
          <a:p>
            <a:pPr indent="0" algn="r" defTabSz="914400">
              <a:lnSpc>
                <a:spcPct val="90000"/>
              </a:lnSpc>
              <a:buNone/>
            </a:pPr>
            <a:r>
              <a:rPr b="0" lang="en-US" sz="4400" strike="noStrike" u="none" cap="all">
                <a:solidFill>
                  <a:schemeClr val="accent1"/>
                </a:solidFill>
                <a:effectLst/>
                <a:uFillTx/>
                <a:latin typeface="Impact"/>
              </a:rPr>
              <a:t>Click to edit Master title style</a:t>
            </a:r>
            <a:endParaRPr b="0" lang="en-US" sz="4400" strike="noStrike" u="none">
              <a:solidFill>
                <a:schemeClr val="dk1"/>
              </a:solidFill>
              <a:effectLst/>
              <a:uFillTx/>
              <a:latin typeface="Impact"/>
            </a:endParaRPr>
          </a:p>
        </p:txBody>
      </p:sp>
      <p:sp>
        <p:nvSpPr>
          <p:cNvPr id="101" name="PlaceHolder 2"/>
          <p:cNvSpPr>
            <a:spLocks noGrp="1"/>
          </p:cNvSpPr>
          <p:nvPr>
            <p:ph type="body"/>
          </p:nvPr>
        </p:nvSpPr>
        <p:spPr>
          <a:xfrm>
            <a:off x="514440" y="2063520"/>
            <a:ext cx="7795800" cy="3310920"/>
          </a:xfrm>
          <a:prstGeom prst="rect">
            <a:avLst/>
          </a:prstGeom>
          <a:noFill/>
          <a:ln w="0">
            <a:noFill/>
          </a:ln>
        </p:spPr>
        <p:txBody>
          <a:bodyPr lIns="91440" rIns="91440" tIns="45720" bIns="45720" anchor="t" vert="eaVert">
            <a:noAutofit/>
          </a:bodyPr>
          <a:p>
            <a:pPr marL="228600" indent="-228600" defTabSz="914400">
              <a:lnSpc>
                <a:spcPct val="120000"/>
              </a:lnSpc>
              <a:spcBef>
                <a:spcPts val="1001"/>
              </a:spcBef>
              <a:buClr>
                <a:srgbClr val="b80e0f"/>
              </a:buClr>
              <a:buSzPct val="160000"/>
              <a:buFont typeface="Arial"/>
              <a:buChar char="•"/>
            </a:pPr>
            <a:r>
              <a:rPr b="0" lang="en-US" sz="2000" strike="noStrike" u="none" cap="all">
                <a:solidFill>
                  <a:schemeClr val="dk1"/>
                </a:solidFill>
                <a:effectLst/>
                <a:uFillTx/>
                <a:latin typeface="Impact"/>
              </a:rPr>
              <a:t>Click to edit Master text styles</a:t>
            </a:r>
            <a:endParaRPr b="0" lang="en-US" sz="2000" strike="noStrike" u="none" cap="all">
              <a:solidFill>
                <a:schemeClr val="dk1"/>
              </a:solidFill>
              <a:effectLst/>
              <a:uFillTx/>
              <a:latin typeface="Impact"/>
            </a:endParaRPr>
          </a:p>
          <a:p>
            <a:pPr lvl="1" marL="685800" indent="-228600" defTabSz="914400">
              <a:lnSpc>
                <a:spcPct val="120000"/>
              </a:lnSpc>
              <a:spcBef>
                <a:spcPts val="499"/>
              </a:spcBef>
              <a:buClr>
                <a:srgbClr val="b80e0f"/>
              </a:buClr>
              <a:buSzPct val="160000"/>
              <a:buFont typeface="Arial"/>
              <a:buChar char="•"/>
            </a:pPr>
            <a:r>
              <a:rPr b="0" lang="en-US" sz="1800" strike="noStrike" u="none" cap="all">
                <a:solidFill>
                  <a:schemeClr val="dk1"/>
                </a:solidFill>
                <a:effectLst/>
                <a:uFillTx/>
                <a:latin typeface="Impact"/>
              </a:rPr>
              <a:t>Second level</a:t>
            </a:r>
            <a:endParaRPr b="0" lang="en-US" sz="1800" strike="noStrike" u="none" cap="all">
              <a:solidFill>
                <a:schemeClr val="dk1"/>
              </a:solidFill>
              <a:effectLst/>
              <a:uFillTx/>
              <a:latin typeface="Impact"/>
            </a:endParaRPr>
          </a:p>
          <a:p>
            <a:pPr lvl="2" marL="1143000" indent="-228600" defTabSz="914400">
              <a:lnSpc>
                <a:spcPct val="120000"/>
              </a:lnSpc>
              <a:spcBef>
                <a:spcPts val="499"/>
              </a:spcBef>
              <a:buClr>
                <a:srgbClr val="b80e0f"/>
              </a:buClr>
              <a:buSzPct val="160000"/>
              <a:buFont typeface="Arial"/>
              <a:buChar char="•"/>
            </a:pPr>
            <a:r>
              <a:rPr b="0" lang="en-US" sz="1600" strike="noStrike" u="none" cap="all">
                <a:solidFill>
                  <a:schemeClr val="dk1"/>
                </a:solidFill>
                <a:effectLst/>
                <a:uFillTx/>
                <a:latin typeface="Impact"/>
              </a:rPr>
              <a:t>Third level</a:t>
            </a:r>
            <a:endParaRPr b="0" lang="en-US" sz="1600" strike="noStrike" u="none" cap="all">
              <a:solidFill>
                <a:schemeClr val="dk1"/>
              </a:solidFill>
              <a:effectLst/>
              <a:uFillTx/>
              <a:latin typeface="Impact"/>
            </a:endParaRPr>
          </a:p>
          <a:p>
            <a:pPr lvl="3" marL="1600200" indent="-228600" defTabSz="914400">
              <a:lnSpc>
                <a:spcPct val="120000"/>
              </a:lnSpc>
              <a:spcBef>
                <a:spcPts val="499"/>
              </a:spcBef>
              <a:buClr>
                <a:srgbClr val="b80e0f"/>
              </a:buClr>
              <a:buSzPct val="160000"/>
              <a:buFont typeface="Arial"/>
              <a:buChar char="•"/>
            </a:pPr>
            <a:r>
              <a:rPr b="0" lang="en-US" sz="1400" strike="noStrike" u="none" cap="all">
                <a:solidFill>
                  <a:schemeClr val="dk1"/>
                </a:solidFill>
                <a:effectLst/>
                <a:uFillTx/>
                <a:latin typeface="Impact"/>
              </a:rPr>
              <a:t>Fourth level</a:t>
            </a:r>
            <a:endParaRPr b="0" lang="en-US" sz="1400" strike="noStrike" u="none" cap="all">
              <a:solidFill>
                <a:schemeClr val="dk1"/>
              </a:solidFill>
              <a:effectLst/>
              <a:uFillTx/>
              <a:latin typeface="Impact"/>
            </a:endParaRPr>
          </a:p>
          <a:p>
            <a:pPr lvl="4" marL="2057400" indent="-228600" defTabSz="914400">
              <a:lnSpc>
                <a:spcPct val="120000"/>
              </a:lnSpc>
              <a:spcBef>
                <a:spcPts val="499"/>
              </a:spcBef>
              <a:buClr>
                <a:srgbClr val="b80e0f"/>
              </a:buClr>
              <a:buSzPct val="160000"/>
              <a:buFont typeface="Arial"/>
              <a:buChar char="•"/>
            </a:pPr>
            <a:r>
              <a:rPr b="0" lang="en-US" sz="1400" strike="noStrike" u="none" cap="all">
                <a:solidFill>
                  <a:schemeClr val="dk1"/>
                </a:solidFill>
                <a:effectLst/>
                <a:uFillTx/>
                <a:latin typeface="Impact"/>
              </a:rPr>
              <a:t>Fifth level</a:t>
            </a:r>
            <a:endParaRPr b="0" lang="en-US" sz="1400" strike="noStrike" u="none" cap="all">
              <a:solidFill>
                <a:schemeClr val="dk1"/>
              </a:solidFill>
              <a:effectLst/>
              <a:uFillTx/>
              <a:latin typeface="Impact"/>
            </a:endParaRPr>
          </a:p>
        </p:txBody>
      </p:sp>
      <p:sp>
        <p:nvSpPr>
          <p:cNvPr id="102" name="PlaceHolder 3"/>
          <p:cNvSpPr>
            <a:spLocks noGrp="1"/>
          </p:cNvSpPr>
          <p:nvPr>
            <p:ph type="dt" idx="22"/>
          </p:nvPr>
        </p:nvSpPr>
        <p:spPr>
          <a:xfrm>
            <a:off x="5473440" y="5757480"/>
            <a:ext cx="2838240" cy="498240"/>
          </a:xfrm>
          <a:prstGeom prst="rect">
            <a:avLst/>
          </a:prstGeom>
          <a:noFill/>
          <a:ln w="0">
            <a:noFill/>
          </a:ln>
        </p:spPr>
        <p:txBody>
          <a:bodyPr lIns="91440" rIns="91440" tIns="45720" bIns="45720" anchor="ctr">
            <a:noAutofit/>
          </a:bodyPr>
          <a:lstStyle>
            <a:lvl1pPr indent="0" algn="r" defTabSz="457200">
              <a:lnSpc>
                <a:spcPct val="100000"/>
              </a:lnSpc>
              <a:buNone/>
              <a:defRPr b="0" lang="en-US" sz="2800" strike="noStrike" u="none" cap="all">
                <a:solidFill>
                  <a:schemeClr val="accent1">
                    <a:lumMod val="50000"/>
                  </a:schemeClr>
                </a:solidFill>
                <a:effectLst/>
                <a:uFillTx/>
                <a:latin typeface="Impact"/>
              </a:defRPr>
            </a:lvl1pPr>
          </a:lstStyle>
          <a:p>
            <a:pPr indent="0" algn="r" defTabSz="457200">
              <a:lnSpc>
                <a:spcPct val="100000"/>
              </a:lnSpc>
              <a:buNone/>
            </a:pPr>
            <a:r>
              <a:rPr b="0" lang="en-US" sz="2800" strike="noStrike" u="none" cap="all">
                <a:solidFill>
                  <a:schemeClr val="accent1">
                    <a:lumMod val="50000"/>
                  </a:schemeClr>
                </a:solidFill>
                <a:effectLst/>
                <a:uFillTx/>
                <a:latin typeface="Impact"/>
              </a:rPr>
              <a:t>&lt;date/time&gt;</a:t>
            </a:r>
            <a:endParaRPr b="0" lang="en-IN" sz="2800" strike="noStrike" u="none">
              <a:solidFill>
                <a:srgbClr val="000000"/>
              </a:solidFill>
              <a:effectLst/>
              <a:uFillTx/>
              <a:latin typeface="Times New Roman"/>
            </a:endParaRPr>
          </a:p>
        </p:txBody>
      </p:sp>
      <p:sp>
        <p:nvSpPr>
          <p:cNvPr id="103" name="PlaceHolder 4"/>
          <p:cNvSpPr>
            <a:spLocks noGrp="1"/>
          </p:cNvSpPr>
          <p:nvPr>
            <p:ph type="ftr" idx="23"/>
          </p:nvPr>
        </p:nvSpPr>
        <p:spPr>
          <a:xfrm>
            <a:off x="514440" y="5757480"/>
            <a:ext cx="4124520" cy="498240"/>
          </a:xfrm>
          <a:prstGeom prst="rect">
            <a:avLst/>
          </a:prstGeom>
          <a:noFill/>
          <a:ln w="0">
            <a:noFill/>
          </a:ln>
        </p:spPr>
        <p:txBody>
          <a:bodyPr lIns="91440" rIns="91440" tIns="45720" bIns="45720" anchor="ctr">
            <a:noAutofit/>
          </a:bodyPr>
          <a:lstStyle>
            <a:lvl1pPr indent="0" algn="ctr">
              <a:buNone/>
              <a:defRPr b="0" lang="en-IN" sz="1400" strike="noStrike" u="none">
                <a:solidFill>
                  <a:srgbClr val="000000"/>
                </a:solidFill>
                <a:effectLst/>
                <a:uFillTx/>
                <a:latin typeface="Times New Roman"/>
              </a:defRPr>
            </a:lvl1pPr>
          </a:lstStyle>
          <a:p>
            <a:pPr indent="0" algn="ctr">
              <a:buNone/>
            </a:pPr>
            <a:r>
              <a:rPr b="0" lang="en-IN" sz="1400" strike="noStrike" u="none">
                <a:solidFill>
                  <a:srgbClr val="000000"/>
                </a:solidFill>
                <a:effectLst/>
                <a:uFillTx/>
                <a:latin typeface="Times New Roman"/>
              </a:rPr>
              <a:t>&lt;footer&gt;</a:t>
            </a:r>
            <a:endParaRPr b="0" lang="en-IN" sz="1400" strike="noStrike" u="none">
              <a:solidFill>
                <a:srgbClr val="000000"/>
              </a:solidFill>
              <a:effectLst/>
              <a:uFillTx/>
              <a:latin typeface="Times New Roman"/>
            </a:endParaRPr>
          </a:p>
        </p:txBody>
      </p:sp>
      <p:sp>
        <p:nvSpPr>
          <p:cNvPr id="104" name="PlaceHolder 5"/>
          <p:cNvSpPr>
            <a:spLocks noGrp="1"/>
          </p:cNvSpPr>
          <p:nvPr>
            <p:ph type="sldNum" idx="24"/>
          </p:nvPr>
        </p:nvSpPr>
        <p:spPr>
          <a:xfrm>
            <a:off x="4715280" y="5757480"/>
            <a:ext cx="680040" cy="498240"/>
          </a:xfrm>
          <a:prstGeom prst="rect">
            <a:avLst/>
          </a:prstGeom>
          <a:noFill/>
          <a:ln w="0">
            <a:noFill/>
          </a:ln>
        </p:spPr>
        <p:txBody>
          <a:bodyPr lIns="91440" rIns="91440" tIns="45720" bIns="45720" anchor="ctr">
            <a:noAutofit/>
          </a:bodyPr>
          <a:lstStyle>
            <a:lvl1pPr indent="0" algn="ctr" defTabSz="457200">
              <a:lnSpc>
                <a:spcPct val="100000"/>
              </a:lnSpc>
              <a:buNone/>
              <a:defRPr b="0" lang="en-US" sz="2800" strike="noStrike" u="none" cap="all">
                <a:solidFill>
                  <a:schemeClr val="accent1">
                    <a:lumMod val="50000"/>
                  </a:schemeClr>
                </a:solidFill>
                <a:effectLst/>
                <a:uFillTx/>
                <a:latin typeface="Impact"/>
              </a:defRPr>
            </a:lvl1pPr>
          </a:lstStyle>
          <a:p>
            <a:pPr indent="0" algn="ctr" defTabSz="457200">
              <a:lnSpc>
                <a:spcPct val="100000"/>
              </a:lnSpc>
              <a:buNone/>
            </a:pPr>
            <a:fld id="{413DC266-CE28-4F90-99EC-4B0625E973A7}" type="slidenum">
              <a:rPr b="0" lang="en-US" sz="2800" strike="noStrike" u="none" cap="all">
                <a:solidFill>
                  <a:schemeClr val="accent1">
                    <a:lumMod val="50000"/>
                  </a:schemeClr>
                </a:solidFill>
                <a:effectLst/>
                <a:uFillTx/>
                <a:latin typeface="Impact"/>
              </a:rPr>
              <a:t>&lt;number&gt;</a:t>
            </a:fld>
            <a:endParaRPr b="0" lang="en-IN" sz="2800" strike="noStrike" u="none">
              <a:solidFill>
                <a:srgbClr val="000000"/>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bg>
      <p:bgPr>
        <a:blipFill rotWithShape="0">
          <a:blip r:embed="rId2"/>
          <a:stretch/>
        </a:blipFill>
      </p:bgPr>
    </p:bg>
    <p:spTree>
      <p:nvGrpSpPr>
        <p:cNvPr id="1" name=""/>
        <p:cNvGrpSpPr/>
        <p:nvPr/>
      </p:nvGrpSpPr>
      <p:grpSpPr>
        <a:xfrm>
          <a:off x="0" y="0"/>
          <a:ext cx="0" cy="0"/>
          <a:chOff x="0" y="0"/>
          <a:chExt cx="0" cy="0"/>
        </a:xfrm>
      </p:grpSpPr>
      <p:pic>
        <p:nvPicPr>
          <p:cNvPr id="105" name="Picture 7" descr="Brickwork-SD-R1acrop.jpg"/>
          <p:cNvPicPr/>
          <p:nvPr/>
        </p:nvPicPr>
        <p:blipFill>
          <a:blip r:embed="rId3"/>
          <a:stretch/>
        </p:blipFill>
        <p:spPr>
          <a:xfrm>
            <a:off x="0" y="0"/>
            <a:ext cx="9143640" cy="6857640"/>
          </a:xfrm>
          <a:prstGeom prst="rect">
            <a:avLst/>
          </a:prstGeom>
          <a:noFill/>
          <a:ln w="0">
            <a:noFill/>
          </a:ln>
        </p:spPr>
      </p:pic>
      <p:grpSp>
        <p:nvGrpSpPr>
          <p:cNvPr id="106" name="Group 9"/>
          <p:cNvGrpSpPr/>
          <p:nvPr/>
        </p:nvGrpSpPr>
        <p:grpSpPr>
          <a:xfrm>
            <a:off x="-19080" y="0"/>
            <a:ext cx="9003600" cy="6643800"/>
            <a:chOff x="-19080" y="0"/>
            <a:chExt cx="9003600" cy="6643800"/>
          </a:xfrm>
        </p:grpSpPr>
        <p:sp useBgFill="1">
          <p:nvSpPr>
            <p:cNvPr id="107" name="Rectangle 10"/>
            <p:cNvSpPr/>
            <p:nvPr/>
          </p:nvSpPr>
          <p:spPr>
            <a:xfrm>
              <a:off x="0" y="0"/>
              <a:ext cx="8984520" cy="6643800"/>
            </a:xfrm>
            <a:prstGeom prst="rect">
              <a:avLst/>
            </a:prstGeom>
            <a:ln>
              <a:noFill/>
            </a:ln>
            <a:effectLst>
              <a:outerShdw algn="tl" blurRad="98280" dir="4391803" dist="75963" rotWithShape="0">
                <a:srgbClr val="000000">
                  <a:alpha val="68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defTabSz="457200">
                <a:lnSpc>
                  <a:spcPct val="100000"/>
                </a:lnSpc>
              </a:pPr>
              <a:endParaRPr b="0" lang="en-IN" sz="1800" strike="noStrike" u="none">
                <a:solidFill>
                  <a:schemeClr val="lt1"/>
                </a:solidFill>
                <a:effectLst/>
                <a:uFillTx/>
                <a:latin typeface="Impact"/>
              </a:endParaRPr>
            </a:p>
          </p:txBody>
        </p:sp>
        <p:sp>
          <p:nvSpPr>
            <p:cNvPr id="108" name="Rectangle 12"/>
            <p:cNvSpPr/>
            <p:nvPr/>
          </p:nvSpPr>
          <p:spPr>
            <a:xfrm>
              <a:off x="0" y="5600160"/>
              <a:ext cx="8779680" cy="780120"/>
            </a:xfrm>
            <a:prstGeom prst="rect">
              <a:avLst/>
            </a:prstGeom>
            <a:gradFill rotWithShape="0">
              <a:gsLst>
                <a:gs pos="34000">
                  <a:srgbClr val="b80e0f"/>
                </a:gs>
                <a:gs pos="100000">
                  <a:srgbClr val="5c0707"/>
                </a:gs>
              </a:gsLst>
              <a:path path="circle">
                <a:fillToRect l="50000" t="50000" r="50000" b="50000"/>
              </a:path>
            </a:gradFill>
            <a:ln>
              <a:noFill/>
            </a:ln>
          </p:spPr>
          <p:style>
            <a:lnRef idx="1">
              <a:schemeClr val="accent1"/>
            </a:lnRef>
            <a:fillRef idx="3">
              <a:schemeClr val="accent1"/>
            </a:fillRef>
            <a:effectRef idx="2">
              <a:schemeClr val="accent1"/>
            </a:effectRef>
            <a:fontRef idx="minor"/>
          </p:style>
          <p:txBody>
            <a:bodyPr lIns="90000" rIns="90000" tIns="45000" bIns="45000" anchor="t">
              <a:noAutofit/>
            </a:bodyPr>
            <a:p>
              <a:pPr defTabSz="457200">
                <a:lnSpc>
                  <a:spcPct val="100000"/>
                </a:lnSpc>
              </a:pPr>
              <a:endParaRPr b="0" lang="en-IN" sz="1800" strike="noStrike" u="none">
                <a:solidFill>
                  <a:schemeClr val="lt1"/>
                </a:solidFill>
                <a:effectLst/>
                <a:uFillTx/>
                <a:latin typeface="Impact"/>
              </a:endParaRPr>
            </a:p>
          </p:txBody>
        </p:sp>
        <p:sp>
          <p:nvSpPr>
            <p:cNvPr id="109" name="Freeform 11"/>
            <p:cNvSpPr/>
            <p:nvPr/>
          </p:nvSpPr>
          <p:spPr>
            <a:xfrm>
              <a:off x="-19080" y="0"/>
              <a:ext cx="8829720" cy="6419160"/>
            </a:xfrm>
            <a:custGeom>
              <a:avLst/>
              <a:gdLst>
                <a:gd name="textAreaLeft" fmla="*/ 0 w 8829720"/>
                <a:gd name="textAreaRight" fmla="*/ 8830080 w 8829720"/>
                <a:gd name="textAreaTop" fmla="*/ 0 h 6419160"/>
                <a:gd name="textAreaBottom" fmla="*/ 6419520 h 6419160"/>
              </a:gdLst>
              <a:ahLst/>
              <a:cxnLst/>
              <a:rect l="textAreaLeft" t="textAreaTop" r="textAreaRight" b="textAreaBottom"/>
              <a:pathLst>
                <a:path w="11773291" h="6419514">
                  <a:moveTo>
                    <a:pt x="11750059" y="0"/>
                  </a:moveTo>
                  <a:lnTo>
                    <a:pt x="11773291" y="6419514"/>
                  </a:lnTo>
                  <a:lnTo>
                    <a:pt x="0" y="6411047"/>
                  </a:lnTo>
                </a:path>
              </a:pathLst>
            </a:custGeom>
            <a:noFill/>
            <a:ln w="82550">
              <a:solidFill>
                <a:srgbClr val="000000">
                  <a:lumMod val="50000"/>
                  <a:lumOff val="50000"/>
                </a:srgbClr>
              </a:solidFill>
              <a:miter/>
            </a:ln>
          </p:spPr>
          <p:style>
            <a:lnRef idx="2">
              <a:schemeClr val="accent1"/>
            </a:lnRef>
            <a:fillRef idx="0">
              <a:schemeClr val="accent1"/>
            </a:fillRef>
            <a:effectRef idx="1">
              <a:schemeClr val="accent1"/>
            </a:effectRef>
            <a:fontRef idx="minor"/>
          </p:style>
          <p:txBody>
            <a:bodyPr lIns="90000" rIns="90000" tIns="45000" bIns="45000" anchor="t">
              <a:noAutofit/>
            </a:bodyPr>
            <a:p>
              <a:pPr defTabSz="457200">
                <a:lnSpc>
                  <a:spcPct val="100000"/>
                </a:lnSpc>
              </a:pPr>
              <a:endParaRPr b="0" lang="en-IN" sz="1800" strike="noStrike" u="none">
                <a:solidFill>
                  <a:schemeClr val="dk1"/>
                </a:solidFill>
                <a:effectLst/>
                <a:uFillTx/>
                <a:latin typeface="Impact"/>
              </a:endParaRPr>
            </a:p>
          </p:txBody>
        </p:sp>
      </p:grpSp>
      <p:sp>
        <p:nvSpPr>
          <p:cNvPr id="110" name="PlaceHolder 1"/>
          <p:cNvSpPr>
            <a:spLocks noGrp="1"/>
          </p:cNvSpPr>
          <p:nvPr>
            <p:ph type="title"/>
          </p:nvPr>
        </p:nvSpPr>
        <p:spPr>
          <a:xfrm>
            <a:off x="6611760" y="685800"/>
            <a:ext cx="1698120" cy="4688280"/>
          </a:xfrm>
          <a:prstGeom prst="rect">
            <a:avLst/>
          </a:prstGeom>
          <a:noFill/>
          <a:ln w="0">
            <a:noFill/>
          </a:ln>
        </p:spPr>
        <p:txBody>
          <a:bodyPr lIns="91440" rIns="91440" tIns="45720" bIns="45720" anchor="ctr" vert="eaVert">
            <a:noAutofit/>
          </a:bodyPr>
          <a:p>
            <a:pPr indent="0" defTabSz="914400">
              <a:lnSpc>
                <a:spcPct val="90000"/>
              </a:lnSpc>
              <a:buNone/>
            </a:pPr>
            <a:r>
              <a:rPr b="0" lang="en-US" sz="4400" strike="noStrike" u="none" cap="all">
                <a:solidFill>
                  <a:schemeClr val="accent1"/>
                </a:solidFill>
                <a:effectLst/>
                <a:uFillTx/>
                <a:latin typeface="Impact"/>
              </a:rPr>
              <a:t>Click to edit Master title style</a:t>
            </a:r>
            <a:endParaRPr b="0" lang="en-US" sz="4400" strike="noStrike" u="none">
              <a:solidFill>
                <a:schemeClr val="dk1"/>
              </a:solidFill>
              <a:effectLst/>
              <a:uFillTx/>
              <a:latin typeface="Impact"/>
            </a:endParaRPr>
          </a:p>
        </p:txBody>
      </p:sp>
      <p:sp>
        <p:nvSpPr>
          <p:cNvPr id="111" name="PlaceHolder 2"/>
          <p:cNvSpPr>
            <a:spLocks noGrp="1"/>
          </p:cNvSpPr>
          <p:nvPr>
            <p:ph type="body"/>
          </p:nvPr>
        </p:nvSpPr>
        <p:spPr>
          <a:xfrm>
            <a:off x="514440" y="685800"/>
            <a:ext cx="5928120" cy="4688280"/>
          </a:xfrm>
          <a:prstGeom prst="rect">
            <a:avLst/>
          </a:prstGeom>
          <a:noFill/>
          <a:ln w="0">
            <a:noFill/>
          </a:ln>
        </p:spPr>
        <p:txBody>
          <a:bodyPr lIns="91440" rIns="91440" tIns="45720" bIns="45720" anchor="t" vert="eaVert">
            <a:noAutofit/>
          </a:bodyPr>
          <a:p>
            <a:pPr marL="228600" indent="-228600" defTabSz="914400">
              <a:lnSpc>
                <a:spcPct val="120000"/>
              </a:lnSpc>
              <a:spcBef>
                <a:spcPts val="1001"/>
              </a:spcBef>
              <a:buClr>
                <a:srgbClr val="b80e0f"/>
              </a:buClr>
              <a:buSzPct val="160000"/>
              <a:buFont typeface="Arial"/>
              <a:buChar char="•"/>
            </a:pPr>
            <a:r>
              <a:rPr b="0" lang="en-US" sz="2000" strike="noStrike" u="none" cap="all">
                <a:solidFill>
                  <a:schemeClr val="dk1"/>
                </a:solidFill>
                <a:effectLst/>
                <a:uFillTx/>
                <a:latin typeface="Impact"/>
              </a:rPr>
              <a:t>Click to edit Master text styles</a:t>
            </a:r>
            <a:endParaRPr b="0" lang="en-US" sz="2000" strike="noStrike" u="none" cap="all">
              <a:solidFill>
                <a:schemeClr val="dk1"/>
              </a:solidFill>
              <a:effectLst/>
              <a:uFillTx/>
              <a:latin typeface="Impact"/>
            </a:endParaRPr>
          </a:p>
          <a:p>
            <a:pPr lvl="1" marL="685800" indent="-228600" defTabSz="914400">
              <a:lnSpc>
                <a:spcPct val="120000"/>
              </a:lnSpc>
              <a:spcBef>
                <a:spcPts val="499"/>
              </a:spcBef>
              <a:buClr>
                <a:srgbClr val="b80e0f"/>
              </a:buClr>
              <a:buSzPct val="160000"/>
              <a:buFont typeface="Arial"/>
              <a:buChar char="•"/>
            </a:pPr>
            <a:r>
              <a:rPr b="0" lang="en-US" sz="1800" strike="noStrike" u="none" cap="all">
                <a:solidFill>
                  <a:schemeClr val="dk1"/>
                </a:solidFill>
                <a:effectLst/>
                <a:uFillTx/>
                <a:latin typeface="Impact"/>
              </a:rPr>
              <a:t>Second level</a:t>
            </a:r>
            <a:endParaRPr b="0" lang="en-US" sz="1800" strike="noStrike" u="none" cap="all">
              <a:solidFill>
                <a:schemeClr val="dk1"/>
              </a:solidFill>
              <a:effectLst/>
              <a:uFillTx/>
              <a:latin typeface="Impact"/>
            </a:endParaRPr>
          </a:p>
          <a:p>
            <a:pPr lvl="2" marL="1143000" indent="-228600" defTabSz="914400">
              <a:lnSpc>
                <a:spcPct val="120000"/>
              </a:lnSpc>
              <a:spcBef>
                <a:spcPts val="499"/>
              </a:spcBef>
              <a:buClr>
                <a:srgbClr val="b80e0f"/>
              </a:buClr>
              <a:buSzPct val="160000"/>
              <a:buFont typeface="Arial"/>
              <a:buChar char="•"/>
            </a:pPr>
            <a:r>
              <a:rPr b="0" lang="en-US" sz="1600" strike="noStrike" u="none" cap="all">
                <a:solidFill>
                  <a:schemeClr val="dk1"/>
                </a:solidFill>
                <a:effectLst/>
                <a:uFillTx/>
                <a:latin typeface="Impact"/>
              </a:rPr>
              <a:t>Third level</a:t>
            </a:r>
            <a:endParaRPr b="0" lang="en-US" sz="1600" strike="noStrike" u="none" cap="all">
              <a:solidFill>
                <a:schemeClr val="dk1"/>
              </a:solidFill>
              <a:effectLst/>
              <a:uFillTx/>
              <a:latin typeface="Impact"/>
            </a:endParaRPr>
          </a:p>
          <a:p>
            <a:pPr lvl="3" marL="1600200" indent="-228600" defTabSz="914400">
              <a:lnSpc>
                <a:spcPct val="120000"/>
              </a:lnSpc>
              <a:spcBef>
                <a:spcPts val="499"/>
              </a:spcBef>
              <a:buClr>
                <a:srgbClr val="b80e0f"/>
              </a:buClr>
              <a:buSzPct val="160000"/>
              <a:buFont typeface="Arial"/>
              <a:buChar char="•"/>
            </a:pPr>
            <a:r>
              <a:rPr b="0" lang="en-US" sz="1400" strike="noStrike" u="none" cap="all">
                <a:solidFill>
                  <a:schemeClr val="dk1"/>
                </a:solidFill>
                <a:effectLst/>
                <a:uFillTx/>
                <a:latin typeface="Impact"/>
              </a:rPr>
              <a:t>Fourth level</a:t>
            </a:r>
            <a:endParaRPr b="0" lang="en-US" sz="1400" strike="noStrike" u="none" cap="all">
              <a:solidFill>
                <a:schemeClr val="dk1"/>
              </a:solidFill>
              <a:effectLst/>
              <a:uFillTx/>
              <a:latin typeface="Impact"/>
            </a:endParaRPr>
          </a:p>
          <a:p>
            <a:pPr lvl="4" marL="2057400" indent="-228600" defTabSz="914400">
              <a:lnSpc>
                <a:spcPct val="120000"/>
              </a:lnSpc>
              <a:spcBef>
                <a:spcPts val="499"/>
              </a:spcBef>
              <a:buClr>
                <a:srgbClr val="b80e0f"/>
              </a:buClr>
              <a:buSzPct val="160000"/>
              <a:buFont typeface="Arial"/>
              <a:buChar char="•"/>
            </a:pPr>
            <a:r>
              <a:rPr b="0" lang="en-US" sz="1400" strike="noStrike" u="none" cap="all">
                <a:solidFill>
                  <a:schemeClr val="dk1"/>
                </a:solidFill>
                <a:effectLst/>
                <a:uFillTx/>
                <a:latin typeface="Impact"/>
              </a:rPr>
              <a:t>Fifth level</a:t>
            </a:r>
            <a:endParaRPr b="0" lang="en-US" sz="1400" strike="noStrike" u="none" cap="all">
              <a:solidFill>
                <a:schemeClr val="dk1"/>
              </a:solidFill>
              <a:effectLst/>
              <a:uFillTx/>
              <a:latin typeface="Impact"/>
            </a:endParaRPr>
          </a:p>
        </p:txBody>
      </p:sp>
      <p:sp>
        <p:nvSpPr>
          <p:cNvPr id="112" name="PlaceHolder 3"/>
          <p:cNvSpPr>
            <a:spLocks noGrp="1"/>
          </p:cNvSpPr>
          <p:nvPr>
            <p:ph type="dt" idx="25"/>
          </p:nvPr>
        </p:nvSpPr>
        <p:spPr>
          <a:xfrm>
            <a:off x="5473440" y="5757480"/>
            <a:ext cx="2838240" cy="498240"/>
          </a:xfrm>
          <a:prstGeom prst="rect">
            <a:avLst/>
          </a:prstGeom>
          <a:noFill/>
          <a:ln w="0">
            <a:noFill/>
          </a:ln>
        </p:spPr>
        <p:txBody>
          <a:bodyPr lIns="91440" rIns="91440" tIns="45720" bIns="45720" anchor="ctr">
            <a:noAutofit/>
          </a:bodyPr>
          <a:lstStyle>
            <a:lvl1pPr indent="0" algn="r" defTabSz="457200">
              <a:lnSpc>
                <a:spcPct val="100000"/>
              </a:lnSpc>
              <a:buNone/>
              <a:defRPr b="0" lang="en-US" sz="2800" strike="noStrike" u="none" cap="all">
                <a:solidFill>
                  <a:schemeClr val="accent1">
                    <a:lumMod val="50000"/>
                  </a:schemeClr>
                </a:solidFill>
                <a:effectLst/>
                <a:uFillTx/>
                <a:latin typeface="Impact"/>
              </a:defRPr>
            </a:lvl1pPr>
          </a:lstStyle>
          <a:p>
            <a:pPr indent="0" algn="r" defTabSz="457200">
              <a:lnSpc>
                <a:spcPct val="100000"/>
              </a:lnSpc>
              <a:buNone/>
            </a:pPr>
            <a:r>
              <a:rPr b="0" lang="en-US" sz="2800" strike="noStrike" u="none" cap="all">
                <a:solidFill>
                  <a:schemeClr val="accent1">
                    <a:lumMod val="50000"/>
                  </a:schemeClr>
                </a:solidFill>
                <a:effectLst/>
                <a:uFillTx/>
                <a:latin typeface="Impact"/>
              </a:rPr>
              <a:t>&lt;date/time&gt;</a:t>
            </a:r>
            <a:endParaRPr b="0" lang="en-IN" sz="2800" strike="noStrike" u="none">
              <a:solidFill>
                <a:srgbClr val="000000"/>
              </a:solidFill>
              <a:effectLst/>
              <a:uFillTx/>
              <a:latin typeface="Times New Roman"/>
            </a:endParaRPr>
          </a:p>
        </p:txBody>
      </p:sp>
      <p:sp>
        <p:nvSpPr>
          <p:cNvPr id="113" name="PlaceHolder 4"/>
          <p:cNvSpPr>
            <a:spLocks noGrp="1"/>
          </p:cNvSpPr>
          <p:nvPr>
            <p:ph type="ftr" idx="26"/>
          </p:nvPr>
        </p:nvSpPr>
        <p:spPr>
          <a:xfrm>
            <a:off x="514440" y="5757480"/>
            <a:ext cx="4124520" cy="498240"/>
          </a:xfrm>
          <a:prstGeom prst="rect">
            <a:avLst/>
          </a:prstGeom>
          <a:noFill/>
          <a:ln w="0">
            <a:noFill/>
          </a:ln>
        </p:spPr>
        <p:txBody>
          <a:bodyPr lIns="91440" rIns="91440" tIns="45720" bIns="45720" anchor="ctr">
            <a:noAutofit/>
          </a:bodyPr>
          <a:lstStyle>
            <a:lvl1pPr indent="0" algn="ctr">
              <a:buNone/>
              <a:defRPr b="0" lang="en-IN" sz="1400" strike="noStrike" u="none">
                <a:solidFill>
                  <a:srgbClr val="000000"/>
                </a:solidFill>
                <a:effectLst/>
                <a:uFillTx/>
                <a:latin typeface="Times New Roman"/>
              </a:defRPr>
            </a:lvl1pPr>
          </a:lstStyle>
          <a:p>
            <a:pPr indent="0" algn="ctr">
              <a:buNone/>
            </a:pPr>
            <a:r>
              <a:rPr b="0" lang="en-IN" sz="1400" strike="noStrike" u="none">
                <a:solidFill>
                  <a:srgbClr val="000000"/>
                </a:solidFill>
                <a:effectLst/>
                <a:uFillTx/>
                <a:latin typeface="Times New Roman"/>
              </a:rPr>
              <a:t>&lt;footer&gt;</a:t>
            </a:r>
            <a:endParaRPr b="0" lang="en-IN" sz="1400" strike="noStrike" u="none">
              <a:solidFill>
                <a:srgbClr val="000000"/>
              </a:solidFill>
              <a:effectLst/>
              <a:uFillTx/>
              <a:latin typeface="Times New Roman"/>
            </a:endParaRPr>
          </a:p>
        </p:txBody>
      </p:sp>
      <p:sp>
        <p:nvSpPr>
          <p:cNvPr id="114" name="PlaceHolder 5"/>
          <p:cNvSpPr>
            <a:spLocks noGrp="1"/>
          </p:cNvSpPr>
          <p:nvPr>
            <p:ph type="sldNum" idx="27"/>
          </p:nvPr>
        </p:nvSpPr>
        <p:spPr>
          <a:xfrm>
            <a:off x="4715280" y="5757480"/>
            <a:ext cx="680040" cy="498240"/>
          </a:xfrm>
          <a:prstGeom prst="rect">
            <a:avLst/>
          </a:prstGeom>
          <a:noFill/>
          <a:ln w="0">
            <a:noFill/>
          </a:ln>
        </p:spPr>
        <p:txBody>
          <a:bodyPr lIns="91440" rIns="91440" tIns="45720" bIns="45720" anchor="ctr">
            <a:noAutofit/>
          </a:bodyPr>
          <a:lstStyle>
            <a:lvl1pPr indent="0" algn="ctr" defTabSz="457200">
              <a:lnSpc>
                <a:spcPct val="100000"/>
              </a:lnSpc>
              <a:buNone/>
              <a:defRPr b="0" lang="en-US" sz="2800" strike="noStrike" u="none" cap="all">
                <a:solidFill>
                  <a:schemeClr val="accent1">
                    <a:lumMod val="50000"/>
                  </a:schemeClr>
                </a:solidFill>
                <a:effectLst/>
                <a:uFillTx/>
                <a:latin typeface="Impact"/>
              </a:defRPr>
            </a:lvl1pPr>
          </a:lstStyle>
          <a:p>
            <a:pPr indent="0" algn="ctr" defTabSz="457200">
              <a:lnSpc>
                <a:spcPct val="100000"/>
              </a:lnSpc>
              <a:buNone/>
            </a:pPr>
            <a:fld id="{B6B1DB99-F193-4776-AACD-D32D6AF73248}" type="slidenum">
              <a:rPr b="0" lang="en-US" sz="2800" strike="noStrike" u="none" cap="all">
                <a:solidFill>
                  <a:schemeClr val="accent1">
                    <a:lumMod val="50000"/>
                  </a:schemeClr>
                </a:solidFill>
                <a:effectLst/>
                <a:uFillTx/>
                <a:latin typeface="Impact"/>
              </a:rPr>
              <a:t>&lt;number&gt;</a:t>
            </a:fld>
            <a:endParaRPr b="0" lang="en-IN" sz="2800" strike="noStrike" u="none">
              <a:solidFill>
                <a:srgbClr val="000000"/>
              </a:solidFill>
              <a:effectLst/>
              <a:uFillTx/>
              <a:latin typeface="Times New Roman"/>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1_Title and Content">
    <p:bg>
      <p:bgPr>
        <a:blipFill rotWithShape="0">
          <a:blip r:embed="rId2"/>
          <a:stretch/>
        </a:blipFill>
      </p:bgPr>
    </p:bg>
    <p:spTree>
      <p:nvGrpSpPr>
        <p:cNvPr id="1" name=""/>
        <p:cNvGrpSpPr/>
        <p:nvPr/>
      </p:nvGrpSpPr>
      <p:grpSpPr>
        <a:xfrm>
          <a:off x="0" y="0"/>
          <a:ext cx="0" cy="0"/>
          <a:chOff x="0" y="0"/>
          <a:chExt cx="0" cy="0"/>
        </a:xfrm>
      </p:grpSpPr>
      <p:pic>
        <p:nvPicPr>
          <p:cNvPr id="115" name="Picture 7" descr="Brickwork-SD-R1acrop.jpg"/>
          <p:cNvPicPr/>
          <p:nvPr/>
        </p:nvPicPr>
        <p:blipFill>
          <a:blip r:embed="rId3"/>
          <a:stretch/>
        </p:blipFill>
        <p:spPr>
          <a:xfrm>
            <a:off x="0" y="0"/>
            <a:ext cx="9143640" cy="6857640"/>
          </a:xfrm>
          <a:prstGeom prst="rect">
            <a:avLst/>
          </a:prstGeom>
          <a:noFill/>
          <a:ln w="0">
            <a:noFill/>
          </a:ln>
        </p:spPr>
      </p:pic>
      <p:grpSp>
        <p:nvGrpSpPr>
          <p:cNvPr id="116" name="Group 9"/>
          <p:cNvGrpSpPr/>
          <p:nvPr/>
        </p:nvGrpSpPr>
        <p:grpSpPr>
          <a:xfrm>
            <a:off x="-19080" y="0"/>
            <a:ext cx="9003600" cy="6643800"/>
            <a:chOff x="-19080" y="0"/>
            <a:chExt cx="9003600" cy="6643800"/>
          </a:xfrm>
        </p:grpSpPr>
        <p:sp useBgFill="1">
          <p:nvSpPr>
            <p:cNvPr id="117" name="Rectangle 10"/>
            <p:cNvSpPr/>
            <p:nvPr/>
          </p:nvSpPr>
          <p:spPr>
            <a:xfrm>
              <a:off x="0" y="0"/>
              <a:ext cx="8984520" cy="6643800"/>
            </a:xfrm>
            <a:prstGeom prst="rect">
              <a:avLst/>
            </a:prstGeom>
            <a:ln>
              <a:noFill/>
            </a:ln>
            <a:effectLst>
              <a:outerShdw algn="tl" blurRad="98280" dir="4391803" dist="75963" rotWithShape="0">
                <a:srgbClr val="000000">
                  <a:alpha val="68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defTabSz="457200">
                <a:lnSpc>
                  <a:spcPct val="100000"/>
                </a:lnSpc>
              </a:pPr>
              <a:endParaRPr b="0" lang="en-IN" sz="1800" strike="noStrike" u="none">
                <a:solidFill>
                  <a:schemeClr val="lt1"/>
                </a:solidFill>
                <a:effectLst/>
                <a:uFillTx/>
                <a:latin typeface="Impact"/>
              </a:endParaRPr>
            </a:p>
          </p:txBody>
        </p:sp>
        <p:sp>
          <p:nvSpPr>
            <p:cNvPr id="118" name="Rectangle 12"/>
            <p:cNvSpPr/>
            <p:nvPr/>
          </p:nvSpPr>
          <p:spPr>
            <a:xfrm>
              <a:off x="0" y="5600160"/>
              <a:ext cx="8779680" cy="780120"/>
            </a:xfrm>
            <a:prstGeom prst="rect">
              <a:avLst/>
            </a:prstGeom>
            <a:gradFill rotWithShape="0">
              <a:gsLst>
                <a:gs pos="34000">
                  <a:srgbClr val="b80e0f"/>
                </a:gs>
                <a:gs pos="100000">
                  <a:srgbClr val="5c0707"/>
                </a:gs>
              </a:gsLst>
              <a:path path="circle">
                <a:fillToRect l="50000" t="50000" r="50000" b="50000"/>
              </a:path>
            </a:gradFill>
            <a:ln>
              <a:noFill/>
            </a:ln>
          </p:spPr>
          <p:style>
            <a:lnRef idx="1">
              <a:schemeClr val="accent1"/>
            </a:lnRef>
            <a:fillRef idx="3">
              <a:schemeClr val="accent1"/>
            </a:fillRef>
            <a:effectRef idx="2">
              <a:schemeClr val="accent1"/>
            </a:effectRef>
            <a:fontRef idx="minor"/>
          </p:style>
          <p:txBody>
            <a:bodyPr lIns="90000" rIns="90000" tIns="45000" bIns="45000" anchor="t">
              <a:noAutofit/>
            </a:bodyPr>
            <a:p>
              <a:pPr defTabSz="457200">
                <a:lnSpc>
                  <a:spcPct val="100000"/>
                </a:lnSpc>
              </a:pPr>
              <a:endParaRPr b="0" lang="en-IN" sz="1800" strike="noStrike" u="none">
                <a:solidFill>
                  <a:schemeClr val="lt1"/>
                </a:solidFill>
                <a:effectLst/>
                <a:uFillTx/>
                <a:latin typeface="Impact"/>
              </a:endParaRPr>
            </a:p>
          </p:txBody>
        </p:sp>
        <p:sp>
          <p:nvSpPr>
            <p:cNvPr id="119" name="Freeform 11"/>
            <p:cNvSpPr/>
            <p:nvPr/>
          </p:nvSpPr>
          <p:spPr>
            <a:xfrm>
              <a:off x="-19080" y="0"/>
              <a:ext cx="8829720" cy="6419160"/>
            </a:xfrm>
            <a:custGeom>
              <a:avLst/>
              <a:gdLst>
                <a:gd name="textAreaLeft" fmla="*/ 0 w 8829720"/>
                <a:gd name="textAreaRight" fmla="*/ 8830080 w 8829720"/>
                <a:gd name="textAreaTop" fmla="*/ 0 h 6419160"/>
                <a:gd name="textAreaBottom" fmla="*/ 6419520 h 6419160"/>
              </a:gdLst>
              <a:ahLst/>
              <a:cxnLst/>
              <a:rect l="textAreaLeft" t="textAreaTop" r="textAreaRight" b="textAreaBottom"/>
              <a:pathLst>
                <a:path w="11773291" h="6419514">
                  <a:moveTo>
                    <a:pt x="11750059" y="0"/>
                  </a:moveTo>
                  <a:lnTo>
                    <a:pt x="11773291" y="6419514"/>
                  </a:lnTo>
                  <a:lnTo>
                    <a:pt x="0" y="6411047"/>
                  </a:lnTo>
                </a:path>
              </a:pathLst>
            </a:custGeom>
            <a:noFill/>
            <a:ln w="82550">
              <a:solidFill>
                <a:srgbClr val="000000">
                  <a:lumMod val="50000"/>
                  <a:lumOff val="50000"/>
                </a:srgbClr>
              </a:solidFill>
              <a:miter/>
            </a:ln>
          </p:spPr>
          <p:style>
            <a:lnRef idx="2">
              <a:schemeClr val="accent1"/>
            </a:lnRef>
            <a:fillRef idx="0">
              <a:schemeClr val="accent1"/>
            </a:fillRef>
            <a:effectRef idx="1">
              <a:schemeClr val="accent1"/>
            </a:effectRef>
            <a:fontRef idx="minor"/>
          </p:style>
          <p:txBody>
            <a:bodyPr lIns="90000" rIns="90000" tIns="45000" bIns="45000" anchor="t">
              <a:noAutofit/>
            </a:bodyPr>
            <a:p>
              <a:pPr defTabSz="457200">
                <a:lnSpc>
                  <a:spcPct val="100000"/>
                </a:lnSpc>
              </a:pPr>
              <a:endParaRPr b="0" lang="en-IN" sz="1800" strike="noStrike" u="none">
                <a:solidFill>
                  <a:schemeClr val="dk1"/>
                </a:solidFill>
                <a:effectLst/>
                <a:uFillTx/>
                <a:latin typeface="Impact"/>
              </a:endParaRPr>
            </a:p>
          </p:txBody>
        </p:sp>
      </p:grpSp>
      <p:sp>
        <p:nvSpPr>
          <p:cNvPr id="120" name="PlaceHolder 1"/>
          <p:cNvSpPr>
            <a:spLocks noGrp="1"/>
          </p:cNvSpPr>
          <p:nvPr>
            <p:ph type="title"/>
          </p:nvPr>
        </p:nvSpPr>
        <p:spPr>
          <a:xfrm>
            <a:off x="514440" y="685800"/>
            <a:ext cx="7797240" cy="1151640"/>
          </a:xfrm>
          <a:prstGeom prst="rect">
            <a:avLst/>
          </a:prstGeom>
          <a:noFill/>
          <a:ln w="0">
            <a:noFill/>
          </a:ln>
        </p:spPr>
        <p:txBody>
          <a:bodyPr lIns="91440" rIns="91440" tIns="45720" bIns="45720" anchor="ctr">
            <a:noAutofit/>
          </a:bodyPr>
          <a:p>
            <a:pPr indent="0" defTabSz="914400">
              <a:lnSpc>
                <a:spcPct val="90000"/>
              </a:lnSpc>
              <a:buNone/>
            </a:pPr>
            <a:r>
              <a:rPr b="0" lang="en-US" sz="4400" strike="noStrike" u="none" cap="all">
                <a:solidFill>
                  <a:schemeClr val="accent1"/>
                </a:solidFill>
                <a:effectLst/>
                <a:uFillTx/>
                <a:latin typeface="Impact"/>
              </a:rPr>
              <a:t>Click to edit Master title style</a:t>
            </a:r>
            <a:endParaRPr b="0" lang="en-US" sz="4400" strike="noStrike" u="none">
              <a:solidFill>
                <a:schemeClr val="dk1"/>
              </a:solidFill>
              <a:effectLst/>
              <a:uFillTx/>
              <a:latin typeface="Impact"/>
            </a:endParaRPr>
          </a:p>
        </p:txBody>
      </p:sp>
      <p:sp>
        <p:nvSpPr>
          <p:cNvPr id="121" name="PlaceHolder 2"/>
          <p:cNvSpPr>
            <a:spLocks noGrp="1"/>
          </p:cNvSpPr>
          <p:nvPr>
            <p:ph type="body"/>
          </p:nvPr>
        </p:nvSpPr>
        <p:spPr>
          <a:xfrm>
            <a:off x="514440" y="2063520"/>
            <a:ext cx="7797240" cy="3310920"/>
          </a:xfrm>
          <a:prstGeom prst="rect">
            <a:avLst/>
          </a:prstGeom>
          <a:noFill/>
          <a:ln w="0">
            <a:noFill/>
          </a:ln>
        </p:spPr>
        <p:txBody>
          <a:bodyPr lIns="91440" rIns="91440" tIns="45720" bIns="45720" anchor="ctr">
            <a:noAutofit/>
          </a:bodyPr>
          <a:p>
            <a:pPr marL="228600" indent="-228600" defTabSz="914400">
              <a:lnSpc>
                <a:spcPct val="120000"/>
              </a:lnSpc>
              <a:spcBef>
                <a:spcPts val="1001"/>
              </a:spcBef>
              <a:buClr>
                <a:srgbClr val="b80e0f"/>
              </a:buClr>
              <a:buSzPct val="160000"/>
              <a:buFont typeface="Arial"/>
              <a:buChar char="•"/>
            </a:pPr>
            <a:r>
              <a:rPr b="0" lang="en-US" sz="2000" strike="noStrike" u="none" cap="all">
                <a:solidFill>
                  <a:schemeClr val="dk1"/>
                </a:solidFill>
                <a:effectLst/>
                <a:uFillTx/>
                <a:latin typeface="Impact"/>
              </a:rPr>
              <a:t>Click to edit Master text styles</a:t>
            </a:r>
            <a:endParaRPr b="0" lang="en-US" sz="2000" strike="noStrike" u="none" cap="all">
              <a:solidFill>
                <a:schemeClr val="dk1"/>
              </a:solidFill>
              <a:effectLst/>
              <a:uFillTx/>
              <a:latin typeface="Impact"/>
            </a:endParaRPr>
          </a:p>
          <a:p>
            <a:pPr lvl="1" marL="685800" indent="-228600" defTabSz="914400">
              <a:lnSpc>
                <a:spcPct val="120000"/>
              </a:lnSpc>
              <a:spcBef>
                <a:spcPts val="499"/>
              </a:spcBef>
              <a:buClr>
                <a:srgbClr val="b80e0f"/>
              </a:buClr>
              <a:buSzPct val="160000"/>
              <a:buFont typeface="Arial"/>
              <a:buChar char="•"/>
            </a:pPr>
            <a:r>
              <a:rPr b="0" lang="en-US" sz="1800" strike="noStrike" u="none" cap="all">
                <a:solidFill>
                  <a:schemeClr val="dk1"/>
                </a:solidFill>
                <a:effectLst/>
                <a:uFillTx/>
                <a:latin typeface="Impact"/>
              </a:rPr>
              <a:t>Second level</a:t>
            </a:r>
            <a:endParaRPr b="0" lang="en-US" sz="1800" strike="noStrike" u="none" cap="all">
              <a:solidFill>
                <a:schemeClr val="dk1"/>
              </a:solidFill>
              <a:effectLst/>
              <a:uFillTx/>
              <a:latin typeface="Impact"/>
            </a:endParaRPr>
          </a:p>
          <a:p>
            <a:pPr lvl="2" marL="1143000" indent="-228600" defTabSz="914400">
              <a:lnSpc>
                <a:spcPct val="120000"/>
              </a:lnSpc>
              <a:spcBef>
                <a:spcPts val="499"/>
              </a:spcBef>
              <a:buClr>
                <a:srgbClr val="b80e0f"/>
              </a:buClr>
              <a:buSzPct val="160000"/>
              <a:buFont typeface="Arial"/>
              <a:buChar char="•"/>
            </a:pPr>
            <a:r>
              <a:rPr b="0" lang="en-US" sz="1600" strike="noStrike" u="none" cap="all">
                <a:solidFill>
                  <a:schemeClr val="dk1"/>
                </a:solidFill>
                <a:effectLst/>
                <a:uFillTx/>
                <a:latin typeface="Impact"/>
              </a:rPr>
              <a:t>Third level</a:t>
            </a:r>
            <a:endParaRPr b="0" lang="en-US" sz="1600" strike="noStrike" u="none" cap="all">
              <a:solidFill>
                <a:schemeClr val="dk1"/>
              </a:solidFill>
              <a:effectLst/>
              <a:uFillTx/>
              <a:latin typeface="Impact"/>
            </a:endParaRPr>
          </a:p>
          <a:p>
            <a:pPr lvl="3" marL="1600200" indent="-228600" defTabSz="914400">
              <a:lnSpc>
                <a:spcPct val="120000"/>
              </a:lnSpc>
              <a:spcBef>
                <a:spcPts val="499"/>
              </a:spcBef>
              <a:buClr>
                <a:srgbClr val="b80e0f"/>
              </a:buClr>
              <a:buSzPct val="160000"/>
              <a:buFont typeface="Arial"/>
              <a:buChar char="•"/>
            </a:pPr>
            <a:r>
              <a:rPr b="0" lang="en-US" sz="1400" strike="noStrike" u="none" cap="all">
                <a:solidFill>
                  <a:schemeClr val="dk1"/>
                </a:solidFill>
                <a:effectLst/>
                <a:uFillTx/>
                <a:latin typeface="Impact"/>
              </a:rPr>
              <a:t>Fourth level</a:t>
            </a:r>
            <a:endParaRPr b="0" lang="en-US" sz="1400" strike="noStrike" u="none" cap="all">
              <a:solidFill>
                <a:schemeClr val="dk1"/>
              </a:solidFill>
              <a:effectLst/>
              <a:uFillTx/>
              <a:latin typeface="Impact"/>
            </a:endParaRPr>
          </a:p>
          <a:p>
            <a:pPr lvl="4" marL="2057400" indent="-228600" defTabSz="914400">
              <a:lnSpc>
                <a:spcPct val="120000"/>
              </a:lnSpc>
              <a:spcBef>
                <a:spcPts val="499"/>
              </a:spcBef>
              <a:buClr>
                <a:srgbClr val="b80e0f"/>
              </a:buClr>
              <a:buSzPct val="160000"/>
              <a:buFont typeface="Arial"/>
              <a:buChar char="•"/>
            </a:pPr>
            <a:r>
              <a:rPr b="0" lang="en-US" sz="1400" strike="noStrike" u="none" cap="all">
                <a:solidFill>
                  <a:schemeClr val="dk1"/>
                </a:solidFill>
                <a:effectLst/>
                <a:uFillTx/>
                <a:latin typeface="Impact"/>
              </a:rPr>
              <a:t>Fifth level</a:t>
            </a:r>
            <a:endParaRPr b="0" lang="en-US" sz="1400" strike="noStrike" u="none" cap="all">
              <a:solidFill>
                <a:schemeClr val="dk1"/>
              </a:solidFill>
              <a:effectLst/>
              <a:uFillTx/>
              <a:latin typeface="Impact"/>
            </a:endParaRPr>
          </a:p>
        </p:txBody>
      </p:sp>
      <p:sp>
        <p:nvSpPr>
          <p:cNvPr id="122" name="PlaceHolder 3"/>
          <p:cNvSpPr>
            <a:spLocks noGrp="1"/>
          </p:cNvSpPr>
          <p:nvPr>
            <p:ph type="dt" idx="28"/>
          </p:nvPr>
        </p:nvSpPr>
        <p:spPr>
          <a:xfrm>
            <a:off x="5473440" y="5757480"/>
            <a:ext cx="2838240" cy="498240"/>
          </a:xfrm>
          <a:prstGeom prst="rect">
            <a:avLst/>
          </a:prstGeom>
          <a:noFill/>
          <a:ln w="0">
            <a:noFill/>
          </a:ln>
        </p:spPr>
        <p:txBody>
          <a:bodyPr lIns="91440" rIns="91440" tIns="45720" bIns="45720" anchor="ctr">
            <a:noAutofit/>
          </a:bodyPr>
          <a:lstStyle>
            <a:lvl1pPr indent="0" algn="r" defTabSz="457200">
              <a:lnSpc>
                <a:spcPct val="100000"/>
              </a:lnSpc>
              <a:buNone/>
              <a:defRPr b="0" lang="en-US" sz="2800" strike="noStrike" u="none" cap="all">
                <a:solidFill>
                  <a:schemeClr val="accent1">
                    <a:lumMod val="50000"/>
                  </a:schemeClr>
                </a:solidFill>
                <a:effectLst/>
                <a:uFillTx/>
                <a:latin typeface="Impact"/>
              </a:defRPr>
            </a:lvl1pPr>
          </a:lstStyle>
          <a:p>
            <a:pPr indent="0" algn="r" defTabSz="457200">
              <a:lnSpc>
                <a:spcPct val="100000"/>
              </a:lnSpc>
              <a:buNone/>
            </a:pPr>
            <a:r>
              <a:rPr b="0" lang="en-US" sz="2800" strike="noStrike" u="none" cap="all">
                <a:solidFill>
                  <a:schemeClr val="accent1">
                    <a:lumMod val="50000"/>
                  </a:schemeClr>
                </a:solidFill>
                <a:effectLst/>
                <a:uFillTx/>
                <a:latin typeface="Impact"/>
              </a:rPr>
              <a:t>&lt;date/time&gt;</a:t>
            </a:r>
            <a:endParaRPr b="0" lang="en-IN" sz="2800" strike="noStrike" u="none">
              <a:solidFill>
                <a:srgbClr val="000000"/>
              </a:solidFill>
              <a:effectLst/>
              <a:uFillTx/>
              <a:latin typeface="Times New Roman"/>
            </a:endParaRPr>
          </a:p>
        </p:txBody>
      </p:sp>
      <p:sp>
        <p:nvSpPr>
          <p:cNvPr id="123" name="PlaceHolder 4"/>
          <p:cNvSpPr>
            <a:spLocks noGrp="1"/>
          </p:cNvSpPr>
          <p:nvPr>
            <p:ph type="ftr" idx="29"/>
          </p:nvPr>
        </p:nvSpPr>
        <p:spPr>
          <a:xfrm>
            <a:off x="514440" y="5757480"/>
            <a:ext cx="4124520" cy="498240"/>
          </a:xfrm>
          <a:prstGeom prst="rect">
            <a:avLst/>
          </a:prstGeom>
          <a:noFill/>
          <a:ln w="0">
            <a:noFill/>
          </a:ln>
        </p:spPr>
        <p:txBody>
          <a:bodyPr lIns="91440" rIns="91440" tIns="45720" bIns="45720" anchor="ctr">
            <a:noAutofit/>
          </a:bodyPr>
          <a:lstStyle>
            <a:lvl1pPr indent="0" algn="ctr">
              <a:buNone/>
              <a:defRPr b="0" lang="en-IN" sz="1400" strike="noStrike" u="none">
                <a:solidFill>
                  <a:srgbClr val="000000"/>
                </a:solidFill>
                <a:effectLst/>
                <a:uFillTx/>
                <a:latin typeface="Times New Roman"/>
              </a:defRPr>
            </a:lvl1pPr>
          </a:lstStyle>
          <a:p>
            <a:pPr indent="0" algn="ctr">
              <a:buNone/>
            </a:pPr>
            <a:r>
              <a:rPr b="0" lang="en-IN" sz="1400" strike="noStrike" u="none">
                <a:solidFill>
                  <a:srgbClr val="000000"/>
                </a:solidFill>
                <a:effectLst/>
                <a:uFillTx/>
                <a:latin typeface="Times New Roman"/>
              </a:rPr>
              <a:t>&lt;footer&gt;</a:t>
            </a:r>
            <a:endParaRPr b="0" lang="en-IN" sz="1400" strike="noStrike" u="none">
              <a:solidFill>
                <a:srgbClr val="000000"/>
              </a:solidFill>
              <a:effectLst/>
              <a:uFillTx/>
              <a:latin typeface="Times New Roman"/>
            </a:endParaRPr>
          </a:p>
        </p:txBody>
      </p:sp>
      <p:sp>
        <p:nvSpPr>
          <p:cNvPr id="124" name="PlaceHolder 5"/>
          <p:cNvSpPr>
            <a:spLocks noGrp="1"/>
          </p:cNvSpPr>
          <p:nvPr>
            <p:ph type="sldNum" idx="30"/>
          </p:nvPr>
        </p:nvSpPr>
        <p:spPr>
          <a:xfrm>
            <a:off x="4715280" y="5757480"/>
            <a:ext cx="680040" cy="498240"/>
          </a:xfrm>
          <a:prstGeom prst="rect">
            <a:avLst/>
          </a:prstGeom>
          <a:noFill/>
          <a:ln w="0">
            <a:noFill/>
          </a:ln>
        </p:spPr>
        <p:txBody>
          <a:bodyPr lIns="91440" rIns="91440" tIns="45720" bIns="45720" anchor="ctr">
            <a:noAutofit/>
          </a:bodyPr>
          <a:lstStyle>
            <a:lvl1pPr indent="0" algn="ctr" defTabSz="457200">
              <a:lnSpc>
                <a:spcPct val="100000"/>
              </a:lnSpc>
              <a:buNone/>
              <a:defRPr b="0" lang="en-US" sz="2800" strike="noStrike" u="none" cap="all">
                <a:solidFill>
                  <a:schemeClr val="accent1">
                    <a:lumMod val="50000"/>
                  </a:schemeClr>
                </a:solidFill>
                <a:effectLst/>
                <a:uFillTx/>
                <a:latin typeface="Impact"/>
              </a:defRPr>
            </a:lvl1pPr>
          </a:lstStyle>
          <a:p>
            <a:pPr indent="0" algn="ctr" defTabSz="457200">
              <a:lnSpc>
                <a:spcPct val="100000"/>
              </a:lnSpc>
              <a:buNone/>
            </a:pPr>
            <a:fld id="{CF968052-44C4-42F2-83C8-311CB0AACC18}" type="slidenum">
              <a:rPr b="0" lang="en-US" sz="2800" strike="noStrike" u="none" cap="all">
                <a:solidFill>
                  <a:schemeClr val="accent1">
                    <a:lumMod val="50000"/>
                  </a:schemeClr>
                </a:solidFill>
                <a:effectLst/>
                <a:uFillTx/>
                <a:latin typeface="Impact"/>
              </a:rPr>
              <a:t>&lt;number&gt;</a:t>
            </a:fld>
            <a:endParaRPr b="0" lang="en-IN" sz="2800" strike="noStrike" u="none">
              <a:solidFill>
                <a:srgbClr val="000000"/>
              </a:solidFill>
              <a:effectLst/>
              <a:uFillTx/>
              <a:latin typeface="Times New Roman"/>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bg>
      <p:bgPr>
        <a:blipFill rotWithShape="0">
          <a:blip r:embed="rId2"/>
          <a:stretch/>
        </a:blipFill>
      </p:bgPr>
    </p:bg>
    <p:spTree>
      <p:nvGrpSpPr>
        <p:cNvPr id="1" name=""/>
        <p:cNvGrpSpPr/>
        <p:nvPr/>
      </p:nvGrpSpPr>
      <p:grpSpPr>
        <a:xfrm>
          <a:off x="0" y="0"/>
          <a:ext cx="0" cy="0"/>
          <a:chOff x="0" y="0"/>
          <a:chExt cx="0" cy="0"/>
        </a:xfrm>
      </p:grpSpPr>
      <p:pic>
        <p:nvPicPr>
          <p:cNvPr id="125" name="Picture 7" descr="Brickwork-SD-R1acrop.jpg"/>
          <p:cNvPicPr/>
          <p:nvPr/>
        </p:nvPicPr>
        <p:blipFill>
          <a:blip r:embed="rId3"/>
          <a:stretch/>
        </p:blipFill>
        <p:spPr>
          <a:xfrm>
            <a:off x="0" y="0"/>
            <a:ext cx="9143640" cy="6857640"/>
          </a:xfrm>
          <a:prstGeom prst="rect">
            <a:avLst/>
          </a:prstGeom>
          <a:noFill/>
          <a:ln w="0">
            <a:noFill/>
          </a:ln>
        </p:spPr>
      </p:pic>
      <p:grpSp>
        <p:nvGrpSpPr>
          <p:cNvPr id="126" name="Group 9"/>
          <p:cNvGrpSpPr/>
          <p:nvPr/>
        </p:nvGrpSpPr>
        <p:grpSpPr>
          <a:xfrm>
            <a:off x="-19080" y="0"/>
            <a:ext cx="9003600" cy="6643800"/>
            <a:chOff x="-19080" y="0"/>
            <a:chExt cx="9003600" cy="6643800"/>
          </a:xfrm>
        </p:grpSpPr>
        <p:sp useBgFill="1">
          <p:nvSpPr>
            <p:cNvPr id="127" name="Rectangle 10"/>
            <p:cNvSpPr/>
            <p:nvPr/>
          </p:nvSpPr>
          <p:spPr>
            <a:xfrm>
              <a:off x="0" y="0"/>
              <a:ext cx="8984520" cy="6643800"/>
            </a:xfrm>
            <a:prstGeom prst="rect">
              <a:avLst/>
            </a:prstGeom>
            <a:ln>
              <a:noFill/>
            </a:ln>
            <a:effectLst>
              <a:outerShdw algn="tl" blurRad="98280" dir="4391803" dist="75963" rotWithShape="0">
                <a:srgbClr val="000000">
                  <a:alpha val="68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defTabSz="457200">
                <a:lnSpc>
                  <a:spcPct val="100000"/>
                </a:lnSpc>
              </a:pPr>
              <a:endParaRPr b="0" lang="en-IN" sz="1800" strike="noStrike" u="none">
                <a:solidFill>
                  <a:schemeClr val="lt1"/>
                </a:solidFill>
                <a:effectLst/>
                <a:uFillTx/>
                <a:latin typeface="Impact"/>
              </a:endParaRPr>
            </a:p>
          </p:txBody>
        </p:sp>
        <p:sp>
          <p:nvSpPr>
            <p:cNvPr id="128" name="Rectangle 12"/>
            <p:cNvSpPr/>
            <p:nvPr/>
          </p:nvSpPr>
          <p:spPr>
            <a:xfrm>
              <a:off x="0" y="5600160"/>
              <a:ext cx="8779680" cy="780120"/>
            </a:xfrm>
            <a:prstGeom prst="rect">
              <a:avLst/>
            </a:prstGeom>
            <a:gradFill rotWithShape="0">
              <a:gsLst>
                <a:gs pos="34000">
                  <a:srgbClr val="b80e0f"/>
                </a:gs>
                <a:gs pos="100000">
                  <a:srgbClr val="5c0707"/>
                </a:gs>
              </a:gsLst>
              <a:path path="circle">
                <a:fillToRect l="50000" t="50000" r="50000" b="50000"/>
              </a:path>
            </a:gradFill>
            <a:ln>
              <a:noFill/>
            </a:ln>
          </p:spPr>
          <p:style>
            <a:lnRef idx="1">
              <a:schemeClr val="accent1"/>
            </a:lnRef>
            <a:fillRef idx="3">
              <a:schemeClr val="accent1"/>
            </a:fillRef>
            <a:effectRef idx="2">
              <a:schemeClr val="accent1"/>
            </a:effectRef>
            <a:fontRef idx="minor"/>
          </p:style>
          <p:txBody>
            <a:bodyPr lIns="90000" rIns="90000" tIns="45000" bIns="45000" anchor="t">
              <a:noAutofit/>
            </a:bodyPr>
            <a:p>
              <a:pPr defTabSz="457200">
                <a:lnSpc>
                  <a:spcPct val="100000"/>
                </a:lnSpc>
              </a:pPr>
              <a:endParaRPr b="0" lang="en-IN" sz="1800" strike="noStrike" u="none">
                <a:solidFill>
                  <a:schemeClr val="lt1"/>
                </a:solidFill>
                <a:effectLst/>
                <a:uFillTx/>
                <a:latin typeface="Impact"/>
              </a:endParaRPr>
            </a:p>
          </p:txBody>
        </p:sp>
        <p:sp>
          <p:nvSpPr>
            <p:cNvPr id="129" name="Freeform 11"/>
            <p:cNvSpPr/>
            <p:nvPr/>
          </p:nvSpPr>
          <p:spPr>
            <a:xfrm>
              <a:off x="-19080" y="0"/>
              <a:ext cx="8829720" cy="6419160"/>
            </a:xfrm>
            <a:custGeom>
              <a:avLst/>
              <a:gdLst>
                <a:gd name="textAreaLeft" fmla="*/ 0 w 8829720"/>
                <a:gd name="textAreaRight" fmla="*/ 8830080 w 8829720"/>
                <a:gd name="textAreaTop" fmla="*/ 0 h 6419160"/>
                <a:gd name="textAreaBottom" fmla="*/ 6419520 h 6419160"/>
              </a:gdLst>
              <a:ahLst/>
              <a:cxnLst/>
              <a:rect l="textAreaLeft" t="textAreaTop" r="textAreaRight" b="textAreaBottom"/>
              <a:pathLst>
                <a:path w="11773291" h="6419514">
                  <a:moveTo>
                    <a:pt x="11750059" y="0"/>
                  </a:moveTo>
                  <a:lnTo>
                    <a:pt x="11773291" y="6419514"/>
                  </a:lnTo>
                  <a:lnTo>
                    <a:pt x="0" y="6411047"/>
                  </a:lnTo>
                </a:path>
              </a:pathLst>
            </a:custGeom>
            <a:noFill/>
            <a:ln w="82550">
              <a:solidFill>
                <a:srgbClr val="000000">
                  <a:lumMod val="50000"/>
                  <a:lumOff val="50000"/>
                </a:srgbClr>
              </a:solidFill>
              <a:miter/>
            </a:ln>
          </p:spPr>
          <p:style>
            <a:lnRef idx="2">
              <a:schemeClr val="accent1"/>
            </a:lnRef>
            <a:fillRef idx="0">
              <a:schemeClr val="accent1"/>
            </a:fillRef>
            <a:effectRef idx="1">
              <a:schemeClr val="accent1"/>
            </a:effectRef>
            <a:fontRef idx="minor"/>
          </p:style>
          <p:txBody>
            <a:bodyPr lIns="90000" rIns="90000" tIns="45000" bIns="45000" anchor="t">
              <a:noAutofit/>
            </a:bodyPr>
            <a:p>
              <a:pPr defTabSz="457200">
                <a:lnSpc>
                  <a:spcPct val="100000"/>
                </a:lnSpc>
              </a:pPr>
              <a:endParaRPr b="0" lang="en-IN" sz="1800" strike="noStrike" u="none">
                <a:solidFill>
                  <a:schemeClr val="dk1"/>
                </a:solidFill>
                <a:effectLst/>
                <a:uFillTx/>
                <a:latin typeface="Impact"/>
              </a:endParaRPr>
            </a:p>
          </p:txBody>
        </p:sp>
      </p:grpSp>
      <p:sp>
        <p:nvSpPr>
          <p:cNvPr id="130" name="PlaceHolder 1"/>
          <p:cNvSpPr>
            <a:spLocks noGrp="1"/>
          </p:cNvSpPr>
          <p:nvPr>
            <p:ph type="title"/>
          </p:nvPr>
        </p:nvSpPr>
        <p:spPr>
          <a:xfrm>
            <a:off x="514440" y="685800"/>
            <a:ext cx="7797240" cy="1151640"/>
          </a:xfrm>
          <a:prstGeom prst="rect">
            <a:avLst/>
          </a:prstGeom>
          <a:noFill/>
          <a:ln w="0">
            <a:noFill/>
          </a:ln>
        </p:spPr>
        <p:txBody>
          <a:bodyPr lIns="91440" rIns="91440" tIns="45720" bIns="45720" anchor="ctr">
            <a:noAutofit/>
          </a:bodyPr>
          <a:p>
            <a:pPr indent="0" defTabSz="914400">
              <a:lnSpc>
                <a:spcPct val="90000"/>
              </a:lnSpc>
              <a:buNone/>
            </a:pPr>
            <a:r>
              <a:rPr b="0" lang="en-US" sz="4400" strike="noStrike" u="none" cap="all">
                <a:solidFill>
                  <a:schemeClr val="accent1"/>
                </a:solidFill>
                <a:effectLst/>
                <a:uFillTx/>
                <a:latin typeface="Impact"/>
              </a:rPr>
              <a:t>Click to edit Master title style</a:t>
            </a:r>
            <a:endParaRPr b="0" lang="en-US" sz="4400" strike="noStrike" u="none">
              <a:solidFill>
                <a:schemeClr val="dk1"/>
              </a:solidFill>
              <a:effectLst/>
              <a:uFillTx/>
              <a:latin typeface="Impact"/>
            </a:endParaRPr>
          </a:p>
        </p:txBody>
      </p:sp>
      <p:sp>
        <p:nvSpPr>
          <p:cNvPr id="131" name="PlaceHolder 2"/>
          <p:cNvSpPr>
            <a:spLocks noGrp="1"/>
          </p:cNvSpPr>
          <p:nvPr>
            <p:ph type="body"/>
          </p:nvPr>
        </p:nvSpPr>
        <p:spPr>
          <a:xfrm>
            <a:off x="514440" y="2063520"/>
            <a:ext cx="7795800" cy="3310920"/>
          </a:xfrm>
          <a:prstGeom prst="rect">
            <a:avLst/>
          </a:prstGeom>
          <a:noFill/>
          <a:ln w="0">
            <a:noFill/>
          </a:ln>
        </p:spPr>
        <p:txBody>
          <a:bodyPr lIns="91440" rIns="91440" tIns="45720" bIns="45720" anchor="ctr">
            <a:noAutofit/>
          </a:bodyPr>
          <a:p>
            <a:pPr marL="228600" indent="-228600" defTabSz="914400">
              <a:lnSpc>
                <a:spcPct val="120000"/>
              </a:lnSpc>
              <a:spcBef>
                <a:spcPts val="1001"/>
              </a:spcBef>
              <a:buClr>
                <a:srgbClr val="b80e0f"/>
              </a:buClr>
              <a:buSzPct val="160000"/>
              <a:buFont typeface="Arial"/>
              <a:buChar char="•"/>
            </a:pPr>
            <a:r>
              <a:rPr b="0" lang="en-US" sz="2000" strike="noStrike" u="none" cap="all">
                <a:solidFill>
                  <a:schemeClr val="dk1"/>
                </a:solidFill>
                <a:effectLst/>
                <a:uFillTx/>
                <a:latin typeface="Impact"/>
              </a:rPr>
              <a:t>Click to edit Master text styles</a:t>
            </a:r>
            <a:endParaRPr b="0" lang="en-US" sz="2000" strike="noStrike" u="none" cap="all">
              <a:solidFill>
                <a:schemeClr val="dk1"/>
              </a:solidFill>
              <a:effectLst/>
              <a:uFillTx/>
              <a:latin typeface="Impact"/>
            </a:endParaRPr>
          </a:p>
          <a:p>
            <a:pPr lvl="1" marL="685800" indent="-228600" defTabSz="914400">
              <a:lnSpc>
                <a:spcPct val="120000"/>
              </a:lnSpc>
              <a:spcBef>
                <a:spcPts val="499"/>
              </a:spcBef>
              <a:buClr>
                <a:srgbClr val="b80e0f"/>
              </a:buClr>
              <a:buSzPct val="160000"/>
              <a:buFont typeface="Arial"/>
              <a:buChar char="•"/>
            </a:pPr>
            <a:r>
              <a:rPr b="0" lang="en-US" sz="1800" strike="noStrike" u="none" cap="all">
                <a:solidFill>
                  <a:schemeClr val="dk1"/>
                </a:solidFill>
                <a:effectLst/>
                <a:uFillTx/>
                <a:latin typeface="Impact"/>
              </a:rPr>
              <a:t>Second level</a:t>
            </a:r>
            <a:endParaRPr b="0" lang="en-US" sz="1800" strike="noStrike" u="none" cap="all">
              <a:solidFill>
                <a:schemeClr val="dk1"/>
              </a:solidFill>
              <a:effectLst/>
              <a:uFillTx/>
              <a:latin typeface="Impact"/>
            </a:endParaRPr>
          </a:p>
          <a:p>
            <a:pPr lvl="2" marL="1143000" indent="-228600" defTabSz="914400">
              <a:lnSpc>
                <a:spcPct val="120000"/>
              </a:lnSpc>
              <a:spcBef>
                <a:spcPts val="499"/>
              </a:spcBef>
              <a:buClr>
                <a:srgbClr val="b80e0f"/>
              </a:buClr>
              <a:buSzPct val="160000"/>
              <a:buFont typeface="Arial"/>
              <a:buChar char="•"/>
            </a:pPr>
            <a:r>
              <a:rPr b="0" lang="en-US" sz="1600" strike="noStrike" u="none" cap="all">
                <a:solidFill>
                  <a:schemeClr val="dk1"/>
                </a:solidFill>
                <a:effectLst/>
                <a:uFillTx/>
                <a:latin typeface="Impact"/>
              </a:rPr>
              <a:t>Third level</a:t>
            </a:r>
            <a:endParaRPr b="0" lang="en-US" sz="1600" strike="noStrike" u="none" cap="all">
              <a:solidFill>
                <a:schemeClr val="dk1"/>
              </a:solidFill>
              <a:effectLst/>
              <a:uFillTx/>
              <a:latin typeface="Impact"/>
            </a:endParaRPr>
          </a:p>
          <a:p>
            <a:pPr lvl="3" marL="1600200" indent="-228600" defTabSz="914400">
              <a:lnSpc>
                <a:spcPct val="120000"/>
              </a:lnSpc>
              <a:spcBef>
                <a:spcPts val="499"/>
              </a:spcBef>
              <a:buClr>
                <a:srgbClr val="b80e0f"/>
              </a:buClr>
              <a:buSzPct val="160000"/>
              <a:buFont typeface="Arial"/>
              <a:buChar char="•"/>
            </a:pPr>
            <a:r>
              <a:rPr b="0" lang="en-US" sz="1400" strike="noStrike" u="none" cap="all">
                <a:solidFill>
                  <a:schemeClr val="dk1"/>
                </a:solidFill>
                <a:effectLst/>
                <a:uFillTx/>
                <a:latin typeface="Impact"/>
              </a:rPr>
              <a:t>Fourth level</a:t>
            </a:r>
            <a:endParaRPr b="0" lang="en-US" sz="1400" strike="noStrike" u="none" cap="all">
              <a:solidFill>
                <a:schemeClr val="dk1"/>
              </a:solidFill>
              <a:effectLst/>
              <a:uFillTx/>
              <a:latin typeface="Impact"/>
            </a:endParaRPr>
          </a:p>
          <a:p>
            <a:pPr lvl="4" marL="2057400" indent="-228600" defTabSz="914400">
              <a:lnSpc>
                <a:spcPct val="120000"/>
              </a:lnSpc>
              <a:spcBef>
                <a:spcPts val="499"/>
              </a:spcBef>
              <a:buClr>
                <a:srgbClr val="b80e0f"/>
              </a:buClr>
              <a:buSzPct val="160000"/>
              <a:buFont typeface="Arial"/>
              <a:buChar char="•"/>
            </a:pPr>
            <a:r>
              <a:rPr b="0" lang="en-US" sz="1400" strike="noStrike" u="none" cap="all">
                <a:solidFill>
                  <a:schemeClr val="dk1"/>
                </a:solidFill>
                <a:effectLst/>
                <a:uFillTx/>
                <a:latin typeface="Impact"/>
              </a:rPr>
              <a:t>Fifth level</a:t>
            </a:r>
            <a:endParaRPr b="0" lang="en-US" sz="1400" strike="noStrike" u="none" cap="all">
              <a:solidFill>
                <a:schemeClr val="dk1"/>
              </a:solidFill>
              <a:effectLst/>
              <a:uFillTx/>
              <a:latin typeface="Impact"/>
            </a:endParaRPr>
          </a:p>
        </p:txBody>
      </p:sp>
      <p:sp>
        <p:nvSpPr>
          <p:cNvPr id="132" name="PlaceHolder 3"/>
          <p:cNvSpPr>
            <a:spLocks noGrp="1"/>
          </p:cNvSpPr>
          <p:nvPr>
            <p:ph type="dt" idx="31"/>
          </p:nvPr>
        </p:nvSpPr>
        <p:spPr>
          <a:xfrm>
            <a:off x="5473440" y="5757480"/>
            <a:ext cx="2838240" cy="498240"/>
          </a:xfrm>
          <a:prstGeom prst="rect">
            <a:avLst/>
          </a:prstGeom>
          <a:noFill/>
          <a:ln w="0">
            <a:noFill/>
          </a:ln>
        </p:spPr>
        <p:txBody>
          <a:bodyPr lIns="91440" rIns="91440" tIns="45720" bIns="45720" anchor="ctr">
            <a:noAutofit/>
          </a:bodyPr>
          <a:lstStyle>
            <a:lvl1pPr indent="0" algn="r" defTabSz="457200">
              <a:lnSpc>
                <a:spcPct val="100000"/>
              </a:lnSpc>
              <a:buNone/>
              <a:defRPr b="0" lang="en-US" sz="2800" strike="noStrike" u="none" cap="all">
                <a:solidFill>
                  <a:schemeClr val="accent1">
                    <a:lumMod val="50000"/>
                  </a:schemeClr>
                </a:solidFill>
                <a:effectLst/>
                <a:uFillTx/>
                <a:latin typeface="Impact"/>
              </a:defRPr>
            </a:lvl1pPr>
          </a:lstStyle>
          <a:p>
            <a:pPr indent="0" algn="r" defTabSz="457200">
              <a:lnSpc>
                <a:spcPct val="100000"/>
              </a:lnSpc>
              <a:buNone/>
            </a:pPr>
            <a:r>
              <a:rPr b="0" lang="en-US" sz="2800" strike="noStrike" u="none" cap="all">
                <a:solidFill>
                  <a:schemeClr val="accent1">
                    <a:lumMod val="50000"/>
                  </a:schemeClr>
                </a:solidFill>
                <a:effectLst/>
                <a:uFillTx/>
                <a:latin typeface="Impact"/>
              </a:rPr>
              <a:t>&lt;date/time&gt;</a:t>
            </a:r>
            <a:endParaRPr b="0" lang="en-IN" sz="2800" strike="noStrike" u="none">
              <a:solidFill>
                <a:srgbClr val="000000"/>
              </a:solidFill>
              <a:effectLst/>
              <a:uFillTx/>
              <a:latin typeface="Times New Roman"/>
            </a:endParaRPr>
          </a:p>
        </p:txBody>
      </p:sp>
      <p:sp>
        <p:nvSpPr>
          <p:cNvPr id="133" name="PlaceHolder 4"/>
          <p:cNvSpPr>
            <a:spLocks noGrp="1"/>
          </p:cNvSpPr>
          <p:nvPr>
            <p:ph type="ftr" idx="32"/>
          </p:nvPr>
        </p:nvSpPr>
        <p:spPr>
          <a:xfrm>
            <a:off x="514440" y="5757480"/>
            <a:ext cx="4124520" cy="498240"/>
          </a:xfrm>
          <a:prstGeom prst="rect">
            <a:avLst/>
          </a:prstGeom>
          <a:noFill/>
          <a:ln w="0">
            <a:noFill/>
          </a:ln>
        </p:spPr>
        <p:txBody>
          <a:bodyPr lIns="91440" rIns="91440" tIns="45720" bIns="45720" anchor="ctr">
            <a:noAutofit/>
          </a:bodyPr>
          <a:lstStyle>
            <a:lvl1pPr indent="0" algn="ctr">
              <a:buNone/>
              <a:defRPr b="0" lang="en-IN" sz="1400" strike="noStrike" u="none">
                <a:solidFill>
                  <a:srgbClr val="000000"/>
                </a:solidFill>
                <a:effectLst/>
                <a:uFillTx/>
                <a:latin typeface="Times New Roman"/>
              </a:defRPr>
            </a:lvl1pPr>
          </a:lstStyle>
          <a:p>
            <a:pPr indent="0" algn="ctr">
              <a:buNone/>
            </a:pPr>
            <a:r>
              <a:rPr b="0" lang="en-IN" sz="1400" strike="noStrike" u="none">
                <a:solidFill>
                  <a:srgbClr val="000000"/>
                </a:solidFill>
                <a:effectLst/>
                <a:uFillTx/>
                <a:latin typeface="Times New Roman"/>
              </a:rPr>
              <a:t>&lt;footer&gt;</a:t>
            </a:r>
            <a:endParaRPr b="0" lang="en-IN" sz="1400" strike="noStrike" u="none">
              <a:solidFill>
                <a:srgbClr val="000000"/>
              </a:solidFill>
              <a:effectLst/>
              <a:uFillTx/>
              <a:latin typeface="Times New Roman"/>
            </a:endParaRPr>
          </a:p>
        </p:txBody>
      </p:sp>
      <p:sp>
        <p:nvSpPr>
          <p:cNvPr id="134" name="PlaceHolder 5"/>
          <p:cNvSpPr>
            <a:spLocks noGrp="1"/>
          </p:cNvSpPr>
          <p:nvPr>
            <p:ph type="sldNum" idx="33"/>
          </p:nvPr>
        </p:nvSpPr>
        <p:spPr>
          <a:xfrm>
            <a:off x="4715280" y="5757480"/>
            <a:ext cx="680040" cy="498240"/>
          </a:xfrm>
          <a:prstGeom prst="rect">
            <a:avLst/>
          </a:prstGeom>
          <a:noFill/>
          <a:ln w="0">
            <a:noFill/>
          </a:ln>
        </p:spPr>
        <p:txBody>
          <a:bodyPr lIns="91440" rIns="91440" tIns="45720" bIns="45720" anchor="ctr">
            <a:noAutofit/>
          </a:bodyPr>
          <a:lstStyle>
            <a:lvl1pPr indent="0" algn="ctr" defTabSz="457200">
              <a:lnSpc>
                <a:spcPct val="100000"/>
              </a:lnSpc>
              <a:buNone/>
              <a:defRPr b="0" lang="en-US" sz="2800" strike="noStrike" u="none" cap="all">
                <a:solidFill>
                  <a:schemeClr val="accent1">
                    <a:lumMod val="50000"/>
                  </a:schemeClr>
                </a:solidFill>
                <a:effectLst/>
                <a:uFillTx/>
                <a:latin typeface="Impact"/>
              </a:defRPr>
            </a:lvl1pPr>
          </a:lstStyle>
          <a:p>
            <a:pPr indent="0" algn="ctr" defTabSz="457200">
              <a:lnSpc>
                <a:spcPct val="100000"/>
              </a:lnSpc>
              <a:buNone/>
            </a:pPr>
            <a:fld id="{E6E3A503-24D8-4992-A252-359DC2335D44}" type="slidenum">
              <a:rPr b="0" lang="en-US" sz="2800" strike="noStrike" u="none" cap="all">
                <a:solidFill>
                  <a:schemeClr val="accent1">
                    <a:lumMod val="50000"/>
                  </a:schemeClr>
                </a:solidFill>
                <a:effectLst/>
                <a:uFillTx/>
                <a:latin typeface="Impact"/>
              </a:rPr>
              <a:t>&lt;number&gt;</a:t>
            </a:fld>
            <a:endParaRPr b="0" lang="en-IN" sz="2800" strike="noStrike" u="none">
              <a:solidFill>
                <a:srgbClr val="000000"/>
              </a:solidFill>
              <a:effectLst/>
              <a:uFillTx/>
              <a:latin typeface="Times New Roman"/>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bg>
      <p:bgPr>
        <a:blipFill rotWithShape="0">
          <a:blip r:embed="rId2"/>
          <a:stretch/>
        </a:blipFill>
      </p:bgPr>
    </p:bg>
    <p:spTree>
      <p:nvGrpSpPr>
        <p:cNvPr id="1" name=""/>
        <p:cNvGrpSpPr/>
        <p:nvPr/>
      </p:nvGrpSpPr>
      <p:grpSpPr>
        <a:xfrm>
          <a:off x="0" y="0"/>
          <a:ext cx="0" cy="0"/>
          <a:chOff x="0" y="0"/>
          <a:chExt cx="0" cy="0"/>
        </a:xfrm>
      </p:grpSpPr>
      <p:pic>
        <p:nvPicPr>
          <p:cNvPr id="135" name="Picture 7" descr="Brickwork-SD-R1acrop.jpg"/>
          <p:cNvPicPr/>
          <p:nvPr/>
        </p:nvPicPr>
        <p:blipFill>
          <a:blip r:embed="rId3"/>
          <a:stretch/>
        </p:blipFill>
        <p:spPr>
          <a:xfrm>
            <a:off x="0" y="0"/>
            <a:ext cx="9143640" cy="6857640"/>
          </a:xfrm>
          <a:prstGeom prst="rect">
            <a:avLst/>
          </a:prstGeom>
          <a:noFill/>
          <a:ln w="0">
            <a:noFill/>
          </a:ln>
        </p:spPr>
      </p:pic>
      <p:grpSp>
        <p:nvGrpSpPr>
          <p:cNvPr id="136" name="Group 9"/>
          <p:cNvGrpSpPr/>
          <p:nvPr/>
        </p:nvGrpSpPr>
        <p:grpSpPr>
          <a:xfrm>
            <a:off x="-19080" y="0"/>
            <a:ext cx="9003600" cy="6643800"/>
            <a:chOff x="-19080" y="0"/>
            <a:chExt cx="9003600" cy="6643800"/>
          </a:xfrm>
        </p:grpSpPr>
        <p:sp useBgFill="1">
          <p:nvSpPr>
            <p:cNvPr id="137" name="Rectangle 10"/>
            <p:cNvSpPr/>
            <p:nvPr/>
          </p:nvSpPr>
          <p:spPr>
            <a:xfrm>
              <a:off x="0" y="0"/>
              <a:ext cx="8984520" cy="6643800"/>
            </a:xfrm>
            <a:prstGeom prst="rect">
              <a:avLst/>
            </a:prstGeom>
            <a:ln>
              <a:noFill/>
            </a:ln>
            <a:effectLst>
              <a:outerShdw algn="tl" blurRad="98280" dir="4391803" dist="75963" rotWithShape="0">
                <a:srgbClr val="000000">
                  <a:alpha val="68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defTabSz="457200">
                <a:lnSpc>
                  <a:spcPct val="100000"/>
                </a:lnSpc>
              </a:pPr>
              <a:endParaRPr b="0" lang="en-IN" sz="1800" strike="noStrike" u="none">
                <a:solidFill>
                  <a:schemeClr val="lt1"/>
                </a:solidFill>
                <a:effectLst/>
                <a:uFillTx/>
                <a:latin typeface="Impact"/>
              </a:endParaRPr>
            </a:p>
          </p:txBody>
        </p:sp>
        <p:sp>
          <p:nvSpPr>
            <p:cNvPr id="138" name="Rectangle 12"/>
            <p:cNvSpPr/>
            <p:nvPr/>
          </p:nvSpPr>
          <p:spPr>
            <a:xfrm>
              <a:off x="0" y="5600160"/>
              <a:ext cx="8779680" cy="780120"/>
            </a:xfrm>
            <a:prstGeom prst="rect">
              <a:avLst/>
            </a:prstGeom>
            <a:gradFill rotWithShape="0">
              <a:gsLst>
                <a:gs pos="34000">
                  <a:srgbClr val="b80e0f"/>
                </a:gs>
                <a:gs pos="100000">
                  <a:srgbClr val="5c0707"/>
                </a:gs>
              </a:gsLst>
              <a:path path="circle">
                <a:fillToRect l="50000" t="50000" r="50000" b="50000"/>
              </a:path>
            </a:gradFill>
            <a:ln>
              <a:noFill/>
            </a:ln>
          </p:spPr>
          <p:style>
            <a:lnRef idx="1">
              <a:schemeClr val="accent1"/>
            </a:lnRef>
            <a:fillRef idx="3">
              <a:schemeClr val="accent1"/>
            </a:fillRef>
            <a:effectRef idx="2">
              <a:schemeClr val="accent1"/>
            </a:effectRef>
            <a:fontRef idx="minor"/>
          </p:style>
          <p:txBody>
            <a:bodyPr lIns="90000" rIns="90000" tIns="45000" bIns="45000" anchor="t">
              <a:noAutofit/>
            </a:bodyPr>
            <a:p>
              <a:pPr defTabSz="457200">
                <a:lnSpc>
                  <a:spcPct val="100000"/>
                </a:lnSpc>
              </a:pPr>
              <a:endParaRPr b="0" lang="en-IN" sz="1800" strike="noStrike" u="none">
                <a:solidFill>
                  <a:schemeClr val="lt1"/>
                </a:solidFill>
                <a:effectLst/>
                <a:uFillTx/>
                <a:latin typeface="Impact"/>
              </a:endParaRPr>
            </a:p>
          </p:txBody>
        </p:sp>
        <p:sp>
          <p:nvSpPr>
            <p:cNvPr id="139" name="Freeform 11"/>
            <p:cNvSpPr/>
            <p:nvPr/>
          </p:nvSpPr>
          <p:spPr>
            <a:xfrm>
              <a:off x="-19080" y="0"/>
              <a:ext cx="8829720" cy="6419160"/>
            </a:xfrm>
            <a:custGeom>
              <a:avLst/>
              <a:gdLst>
                <a:gd name="textAreaLeft" fmla="*/ 0 w 8829720"/>
                <a:gd name="textAreaRight" fmla="*/ 8830080 w 8829720"/>
                <a:gd name="textAreaTop" fmla="*/ 0 h 6419160"/>
                <a:gd name="textAreaBottom" fmla="*/ 6419520 h 6419160"/>
              </a:gdLst>
              <a:ahLst/>
              <a:cxnLst/>
              <a:rect l="textAreaLeft" t="textAreaTop" r="textAreaRight" b="textAreaBottom"/>
              <a:pathLst>
                <a:path w="11773291" h="6419514">
                  <a:moveTo>
                    <a:pt x="11750059" y="0"/>
                  </a:moveTo>
                  <a:lnTo>
                    <a:pt x="11773291" y="6419514"/>
                  </a:lnTo>
                  <a:lnTo>
                    <a:pt x="0" y="6411047"/>
                  </a:lnTo>
                </a:path>
              </a:pathLst>
            </a:custGeom>
            <a:noFill/>
            <a:ln w="82550">
              <a:solidFill>
                <a:srgbClr val="000000">
                  <a:lumMod val="50000"/>
                  <a:lumOff val="50000"/>
                </a:srgbClr>
              </a:solidFill>
              <a:miter/>
            </a:ln>
          </p:spPr>
          <p:style>
            <a:lnRef idx="2">
              <a:schemeClr val="accent1"/>
            </a:lnRef>
            <a:fillRef idx="0">
              <a:schemeClr val="accent1"/>
            </a:fillRef>
            <a:effectRef idx="1">
              <a:schemeClr val="accent1"/>
            </a:effectRef>
            <a:fontRef idx="minor"/>
          </p:style>
          <p:txBody>
            <a:bodyPr lIns="90000" rIns="90000" tIns="45000" bIns="45000" anchor="t">
              <a:noAutofit/>
            </a:bodyPr>
            <a:p>
              <a:pPr defTabSz="457200">
                <a:lnSpc>
                  <a:spcPct val="100000"/>
                </a:lnSpc>
              </a:pPr>
              <a:endParaRPr b="0" lang="en-IN" sz="1800" strike="noStrike" u="none">
                <a:solidFill>
                  <a:schemeClr val="dk1"/>
                </a:solidFill>
                <a:effectLst/>
                <a:uFillTx/>
                <a:latin typeface="Impact"/>
              </a:endParaRPr>
            </a:p>
          </p:txBody>
        </p:sp>
      </p:grpSp>
      <p:sp>
        <p:nvSpPr>
          <p:cNvPr id="140" name="PlaceHolder 1"/>
          <p:cNvSpPr>
            <a:spLocks noGrp="1"/>
          </p:cNvSpPr>
          <p:nvPr>
            <p:ph type="title"/>
          </p:nvPr>
        </p:nvSpPr>
        <p:spPr>
          <a:xfrm>
            <a:off x="514440" y="685800"/>
            <a:ext cx="7795800" cy="3193200"/>
          </a:xfrm>
          <a:prstGeom prst="rect">
            <a:avLst/>
          </a:prstGeom>
          <a:noFill/>
          <a:ln w="0">
            <a:noFill/>
          </a:ln>
        </p:spPr>
        <p:txBody>
          <a:bodyPr lIns="91440" rIns="91440" tIns="45720" bIns="45720" anchor="b">
            <a:normAutofit/>
          </a:bodyPr>
          <a:p>
            <a:pPr indent="0" defTabSz="914400">
              <a:lnSpc>
                <a:spcPct val="90000"/>
              </a:lnSpc>
              <a:buNone/>
            </a:pPr>
            <a:r>
              <a:rPr b="0" lang="en-US" sz="5400" strike="noStrike" u="none" cap="all">
                <a:solidFill>
                  <a:schemeClr val="accent1"/>
                </a:solidFill>
                <a:effectLst/>
                <a:uFillTx/>
                <a:latin typeface="Impact"/>
              </a:rPr>
              <a:t>Click to edit Master title style</a:t>
            </a:r>
            <a:endParaRPr b="0" lang="en-US" sz="5400" strike="noStrike" u="none">
              <a:solidFill>
                <a:schemeClr val="dk1"/>
              </a:solidFill>
              <a:effectLst/>
              <a:uFillTx/>
              <a:latin typeface="Impact"/>
            </a:endParaRPr>
          </a:p>
        </p:txBody>
      </p:sp>
      <p:sp>
        <p:nvSpPr>
          <p:cNvPr id="141" name="PlaceHolder 2"/>
          <p:cNvSpPr>
            <a:spLocks noGrp="1"/>
          </p:cNvSpPr>
          <p:nvPr>
            <p:ph type="body"/>
          </p:nvPr>
        </p:nvSpPr>
        <p:spPr>
          <a:xfrm>
            <a:off x="514440" y="3742200"/>
            <a:ext cx="7795800" cy="1639080"/>
          </a:xfrm>
          <a:prstGeom prst="rect">
            <a:avLst/>
          </a:prstGeom>
          <a:noFill/>
          <a:ln w="0">
            <a:noFill/>
          </a:ln>
        </p:spPr>
        <p:txBody>
          <a:bodyPr lIns="91440" rIns="91440" tIns="45720" bIns="45720" anchor="t">
            <a:normAutofit/>
          </a:bodyPr>
          <a:p>
            <a:pPr indent="0" defTabSz="914400">
              <a:lnSpc>
                <a:spcPct val="120000"/>
              </a:lnSpc>
              <a:spcBef>
                <a:spcPts val="1001"/>
              </a:spcBef>
              <a:buNone/>
              <a:tabLst>
                <a:tab algn="l" pos="0"/>
              </a:tabLst>
            </a:pPr>
            <a:r>
              <a:rPr b="0" lang="en-US" sz="2000" strike="noStrike" u="none" cap="all">
                <a:solidFill>
                  <a:schemeClr val="lt1">
                    <a:lumMod val="50000"/>
                  </a:schemeClr>
                </a:solidFill>
                <a:effectLst/>
                <a:uFillTx/>
                <a:latin typeface="Impact"/>
              </a:rPr>
              <a:t>Click to edit Master text styles</a:t>
            </a:r>
            <a:endParaRPr b="0" lang="en-US" sz="2000" strike="noStrike" u="none" cap="all">
              <a:solidFill>
                <a:schemeClr val="dk1"/>
              </a:solidFill>
              <a:effectLst/>
              <a:uFillTx/>
              <a:latin typeface="Impact"/>
            </a:endParaRPr>
          </a:p>
        </p:txBody>
      </p:sp>
      <p:sp>
        <p:nvSpPr>
          <p:cNvPr id="142" name="PlaceHolder 3"/>
          <p:cNvSpPr>
            <a:spLocks noGrp="1"/>
          </p:cNvSpPr>
          <p:nvPr>
            <p:ph type="dt" idx="34"/>
          </p:nvPr>
        </p:nvSpPr>
        <p:spPr>
          <a:xfrm>
            <a:off x="5473440" y="5757480"/>
            <a:ext cx="2838240" cy="498240"/>
          </a:xfrm>
          <a:prstGeom prst="rect">
            <a:avLst/>
          </a:prstGeom>
          <a:noFill/>
          <a:ln w="0">
            <a:noFill/>
          </a:ln>
        </p:spPr>
        <p:txBody>
          <a:bodyPr lIns="91440" rIns="91440" tIns="45720" bIns="45720" anchor="ctr">
            <a:noAutofit/>
          </a:bodyPr>
          <a:lstStyle>
            <a:lvl1pPr indent="0" algn="r" defTabSz="457200">
              <a:lnSpc>
                <a:spcPct val="100000"/>
              </a:lnSpc>
              <a:buNone/>
              <a:defRPr b="0" lang="en-US" sz="2800" strike="noStrike" u="none" cap="all">
                <a:solidFill>
                  <a:schemeClr val="accent1">
                    <a:lumMod val="50000"/>
                  </a:schemeClr>
                </a:solidFill>
                <a:effectLst/>
                <a:uFillTx/>
                <a:latin typeface="Impact"/>
              </a:defRPr>
            </a:lvl1pPr>
          </a:lstStyle>
          <a:p>
            <a:pPr indent="0" algn="r" defTabSz="457200">
              <a:lnSpc>
                <a:spcPct val="100000"/>
              </a:lnSpc>
              <a:buNone/>
            </a:pPr>
            <a:r>
              <a:rPr b="0" lang="en-US" sz="2800" strike="noStrike" u="none" cap="all">
                <a:solidFill>
                  <a:schemeClr val="accent1">
                    <a:lumMod val="50000"/>
                  </a:schemeClr>
                </a:solidFill>
                <a:effectLst/>
                <a:uFillTx/>
                <a:latin typeface="Impact"/>
              </a:rPr>
              <a:t>&lt;date/time&gt;</a:t>
            </a:r>
            <a:endParaRPr b="0" lang="en-IN" sz="2800" strike="noStrike" u="none">
              <a:solidFill>
                <a:srgbClr val="000000"/>
              </a:solidFill>
              <a:effectLst/>
              <a:uFillTx/>
              <a:latin typeface="Times New Roman"/>
            </a:endParaRPr>
          </a:p>
        </p:txBody>
      </p:sp>
      <p:sp>
        <p:nvSpPr>
          <p:cNvPr id="143" name="PlaceHolder 4"/>
          <p:cNvSpPr>
            <a:spLocks noGrp="1"/>
          </p:cNvSpPr>
          <p:nvPr>
            <p:ph type="ftr" idx="35"/>
          </p:nvPr>
        </p:nvSpPr>
        <p:spPr>
          <a:xfrm>
            <a:off x="514440" y="5757480"/>
            <a:ext cx="4124520" cy="498240"/>
          </a:xfrm>
          <a:prstGeom prst="rect">
            <a:avLst/>
          </a:prstGeom>
          <a:noFill/>
          <a:ln w="0">
            <a:noFill/>
          </a:ln>
        </p:spPr>
        <p:txBody>
          <a:bodyPr lIns="91440" rIns="91440" tIns="45720" bIns="45720" anchor="ctr">
            <a:noAutofit/>
          </a:bodyPr>
          <a:lstStyle>
            <a:lvl1pPr indent="0" algn="ctr">
              <a:buNone/>
              <a:defRPr b="0" lang="en-IN" sz="1400" strike="noStrike" u="none">
                <a:solidFill>
                  <a:srgbClr val="000000"/>
                </a:solidFill>
                <a:effectLst/>
                <a:uFillTx/>
                <a:latin typeface="Times New Roman"/>
              </a:defRPr>
            </a:lvl1pPr>
          </a:lstStyle>
          <a:p>
            <a:pPr indent="0" algn="ctr">
              <a:buNone/>
            </a:pPr>
            <a:r>
              <a:rPr b="0" lang="en-IN" sz="1400" strike="noStrike" u="none">
                <a:solidFill>
                  <a:srgbClr val="000000"/>
                </a:solidFill>
                <a:effectLst/>
                <a:uFillTx/>
                <a:latin typeface="Times New Roman"/>
              </a:rPr>
              <a:t>&lt;footer&gt;</a:t>
            </a:r>
            <a:endParaRPr b="0" lang="en-IN" sz="1400" strike="noStrike" u="none">
              <a:solidFill>
                <a:srgbClr val="000000"/>
              </a:solidFill>
              <a:effectLst/>
              <a:uFillTx/>
              <a:latin typeface="Times New Roman"/>
            </a:endParaRPr>
          </a:p>
        </p:txBody>
      </p:sp>
      <p:sp>
        <p:nvSpPr>
          <p:cNvPr id="144" name="PlaceHolder 5"/>
          <p:cNvSpPr>
            <a:spLocks noGrp="1"/>
          </p:cNvSpPr>
          <p:nvPr>
            <p:ph type="sldNum" idx="36"/>
          </p:nvPr>
        </p:nvSpPr>
        <p:spPr>
          <a:xfrm>
            <a:off x="4715280" y="5757480"/>
            <a:ext cx="680040" cy="498240"/>
          </a:xfrm>
          <a:prstGeom prst="rect">
            <a:avLst/>
          </a:prstGeom>
          <a:noFill/>
          <a:ln w="0">
            <a:noFill/>
          </a:ln>
        </p:spPr>
        <p:txBody>
          <a:bodyPr lIns="91440" rIns="91440" tIns="45720" bIns="45720" anchor="ctr">
            <a:noAutofit/>
          </a:bodyPr>
          <a:lstStyle>
            <a:lvl1pPr indent="0" algn="ctr" defTabSz="457200">
              <a:lnSpc>
                <a:spcPct val="100000"/>
              </a:lnSpc>
              <a:buNone/>
              <a:defRPr b="0" lang="en-US" sz="2800" strike="noStrike" u="none" cap="all">
                <a:solidFill>
                  <a:schemeClr val="accent1">
                    <a:lumMod val="50000"/>
                  </a:schemeClr>
                </a:solidFill>
                <a:effectLst/>
                <a:uFillTx/>
                <a:latin typeface="Impact"/>
              </a:defRPr>
            </a:lvl1pPr>
          </a:lstStyle>
          <a:p>
            <a:pPr indent="0" algn="ctr" defTabSz="457200">
              <a:lnSpc>
                <a:spcPct val="100000"/>
              </a:lnSpc>
              <a:buNone/>
            </a:pPr>
            <a:fld id="{2D92D05F-A5DB-4EFD-8BEB-8A189EC31C8D}" type="slidenum">
              <a:rPr b="0" lang="en-US" sz="2800" strike="noStrike" u="none" cap="all">
                <a:solidFill>
                  <a:schemeClr val="accent1">
                    <a:lumMod val="50000"/>
                  </a:schemeClr>
                </a:solidFill>
                <a:effectLst/>
                <a:uFillTx/>
                <a:latin typeface="Impact"/>
              </a:rPr>
              <a:t>&lt;number&gt;</a:t>
            </a:fld>
            <a:endParaRPr b="0" lang="en-IN" sz="2800" strike="noStrike" u="none">
              <a:solidFill>
                <a:srgbClr val="000000"/>
              </a:solidFill>
              <a:effectLst/>
              <a:uFillTx/>
              <a:latin typeface="Times New Roman"/>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bg>
      <p:bgPr>
        <a:blipFill rotWithShape="0">
          <a:blip r:embed="rId2"/>
          <a:stretch/>
        </a:blipFill>
      </p:bgPr>
    </p:bg>
    <p:spTree>
      <p:nvGrpSpPr>
        <p:cNvPr id="1" name=""/>
        <p:cNvGrpSpPr/>
        <p:nvPr/>
      </p:nvGrpSpPr>
      <p:grpSpPr>
        <a:xfrm>
          <a:off x="0" y="0"/>
          <a:ext cx="0" cy="0"/>
          <a:chOff x="0" y="0"/>
          <a:chExt cx="0" cy="0"/>
        </a:xfrm>
      </p:grpSpPr>
      <p:pic>
        <p:nvPicPr>
          <p:cNvPr id="145" name="Picture 7" descr="Brickwork-SD-R1acrop.jpg"/>
          <p:cNvPicPr/>
          <p:nvPr/>
        </p:nvPicPr>
        <p:blipFill>
          <a:blip r:embed="rId3"/>
          <a:stretch/>
        </p:blipFill>
        <p:spPr>
          <a:xfrm>
            <a:off x="0" y="0"/>
            <a:ext cx="9143640" cy="6857640"/>
          </a:xfrm>
          <a:prstGeom prst="rect">
            <a:avLst/>
          </a:prstGeom>
          <a:noFill/>
          <a:ln w="0">
            <a:noFill/>
          </a:ln>
        </p:spPr>
      </p:pic>
      <p:grpSp>
        <p:nvGrpSpPr>
          <p:cNvPr id="146" name="Group 9"/>
          <p:cNvGrpSpPr/>
          <p:nvPr/>
        </p:nvGrpSpPr>
        <p:grpSpPr>
          <a:xfrm>
            <a:off x="-19080" y="0"/>
            <a:ext cx="9003600" cy="6643800"/>
            <a:chOff x="-19080" y="0"/>
            <a:chExt cx="9003600" cy="6643800"/>
          </a:xfrm>
        </p:grpSpPr>
        <p:sp useBgFill="1">
          <p:nvSpPr>
            <p:cNvPr id="147" name="Rectangle 10"/>
            <p:cNvSpPr/>
            <p:nvPr/>
          </p:nvSpPr>
          <p:spPr>
            <a:xfrm>
              <a:off x="0" y="0"/>
              <a:ext cx="8984520" cy="6643800"/>
            </a:xfrm>
            <a:prstGeom prst="rect">
              <a:avLst/>
            </a:prstGeom>
            <a:ln>
              <a:noFill/>
            </a:ln>
            <a:effectLst>
              <a:outerShdw algn="tl" blurRad="98280" dir="4391803" dist="75963" rotWithShape="0">
                <a:srgbClr val="000000">
                  <a:alpha val="68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defTabSz="457200">
                <a:lnSpc>
                  <a:spcPct val="100000"/>
                </a:lnSpc>
              </a:pPr>
              <a:endParaRPr b="0" lang="en-IN" sz="1800" strike="noStrike" u="none">
                <a:solidFill>
                  <a:schemeClr val="lt1"/>
                </a:solidFill>
                <a:effectLst/>
                <a:uFillTx/>
                <a:latin typeface="Impact"/>
              </a:endParaRPr>
            </a:p>
          </p:txBody>
        </p:sp>
        <p:sp>
          <p:nvSpPr>
            <p:cNvPr id="148" name="Rectangle 12"/>
            <p:cNvSpPr/>
            <p:nvPr/>
          </p:nvSpPr>
          <p:spPr>
            <a:xfrm>
              <a:off x="0" y="5600160"/>
              <a:ext cx="8779680" cy="780120"/>
            </a:xfrm>
            <a:prstGeom prst="rect">
              <a:avLst/>
            </a:prstGeom>
            <a:gradFill rotWithShape="0">
              <a:gsLst>
                <a:gs pos="34000">
                  <a:srgbClr val="b80e0f"/>
                </a:gs>
                <a:gs pos="100000">
                  <a:srgbClr val="5c0707"/>
                </a:gs>
              </a:gsLst>
              <a:path path="circle">
                <a:fillToRect l="50000" t="50000" r="50000" b="50000"/>
              </a:path>
            </a:gradFill>
            <a:ln>
              <a:noFill/>
            </a:ln>
          </p:spPr>
          <p:style>
            <a:lnRef idx="1">
              <a:schemeClr val="accent1"/>
            </a:lnRef>
            <a:fillRef idx="3">
              <a:schemeClr val="accent1"/>
            </a:fillRef>
            <a:effectRef idx="2">
              <a:schemeClr val="accent1"/>
            </a:effectRef>
            <a:fontRef idx="minor"/>
          </p:style>
          <p:txBody>
            <a:bodyPr lIns="90000" rIns="90000" tIns="45000" bIns="45000" anchor="t">
              <a:noAutofit/>
            </a:bodyPr>
            <a:p>
              <a:pPr defTabSz="457200">
                <a:lnSpc>
                  <a:spcPct val="100000"/>
                </a:lnSpc>
              </a:pPr>
              <a:endParaRPr b="0" lang="en-IN" sz="1800" strike="noStrike" u="none">
                <a:solidFill>
                  <a:schemeClr val="lt1"/>
                </a:solidFill>
                <a:effectLst/>
                <a:uFillTx/>
                <a:latin typeface="Impact"/>
              </a:endParaRPr>
            </a:p>
          </p:txBody>
        </p:sp>
        <p:sp>
          <p:nvSpPr>
            <p:cNvPr id="149" name="Freeform 11"/>
            <p:cNvSpPr/>
            <p:nvPr/>
          </p:nvSpPr>
          <p:spPr>
            <a:xfrm>
              <a:off x="-19080" y="0"/>
              <a:ext cx="8829720" cy="6419160"/>
            </a:xfrm>
            <a:custGeom>
              <a:avLst/>
              <a:gdLst>
                <a:gd name="textAreaLeft" fmla="*/ 0 w 8829720"/>
                <a:gd name="textAreaRight" fmla="*/ 8830080 w 8829720"/>
                <a:gd name="textAreaTop" fmla="*/ 0 h 6419160"/>
                <a:gd name="textAreaBottom" fmla="*/ 6419520 h 6419160"/>
              </a:gdLst>
              <a:ahLst/>
              <a:cxnLst/>
              <a:rect l="textAreaLeft" t="textAreaTop" r="textAreaRight" b="textAreaBottom"/>
              <a:pathLst>
                <a:path w="11773291" h="6419514">
                  <a:moveTo>
                    <a:pt x="11750059" y="0"/>
                  </a:moveTo>
                  <a:lnTo>
                    <a:pt x="11773291" y="6419514"/>
                  </a:lnTo>
                  <a:lnTo>
                    <a:pt x="0" y="6411047"/>
                  </a:lnTo>
                </a:path>
              </a:pathLst>
            </a:custGeom>
            <a:noFill/>
            <a:ln w="82550">
              <a:solidFill>
                <a:srgbClr val="000000">
                  <a:lumMod val="50000"/>
                  <a:lumOff val="50000"/>
                </a:srgbClr>
              </a:solidFill>
              <a:miter/>
            </a:ln>
          </p:spPr>
          <p:style>
            <a:lnRef idx="2">
              <a:schemeClr val="accent1"/>
            </a:lnRef>
            <a:fillRef idx="0">
              <a:schemeClr val="accent1"/>
            </a:fillRef>
            <a:effectRef idx="1">
              <a:schemeClr val="accent1"/>
            </a:effectRef>
            <a:fontRef idx="minor"/>
          </p:style>
          <p:txBody>
            <a:bodyPr lIns="90000" rIns="90000" tIns="45000" bIns="45000" anchor="t">
              <a:noAutofit/>
            </a:bodyPr>
            <a:p>
              <a:pPr defTabSz="457200">
                <a:lnSpc>
                  <a:spcPct val="100000"/>
                </a:lnSpc>
              </a:pPr>
              <a:endParaRPr b="0" lang="en-IN" sz="1800" strike="noStrike" u="none">
                <a:solidFill>
                  <a:schemeClr val="dk1"/>
                </a:solidFill>
                <a:effectLst/>
                <a:uFillTx/>
                <a:latin typeface="Impact"/>
              </a:endParaRPr>
            </a:p>
          </p:txBody>
        </p:sp>
      </p:grpSp>
      <p:sp>
        <p:nvSpPr>
          <p:cNvPr id="150" name="PlaceHolder 1"/>
          <p:cNvSpPr>
            <a:spLocks noGrp="1"/>
          </p:cNvSpPr>
          <p:nvPr>
            <p:ph type="title"/>
          </p:nvPr>
        </p:nvSpPr>
        <p:spPr>
          <a:xfrm>
            <a:off x="514440" y="685800"/>
            <a:ext cx="7797240" cy="1157760"/>
          </a:xfrm>
          <a:prstGeom prst="rect">
            <a:avLst/>
          </a:prstGeom>
          <a:noFill/>
          <a:ln w="0">
            <a:noFill/>
          </a:ln>
        </p:spPr>
        <p:txBody>
          <a:bodyPr lIns="91440" rIns="91440" tIns="45720" bIns="45720" anchor="ctr">
            <a:noAutofit/>
          </a:bodyPr>
          <a:p>
            <a:pPr indent="0" defTabSz="914400">
              <a:lnSpc>
                <a:spcPct val="90000"/>
              </a:lnSpc>
              <a:buNone/>
            </a:pPr>
            <a:r>
              <a:rPr b="0" lang="en-US" sz="4400" strike="noStrike" u="none" cap="all">
                <a:solidFill>
                  <a:schemeClr val="accent1"/>
                </a:solidFill>
                <a:effectLst/>
                <a:uFillTx/>
                <a:latin typeface="Impact"/>
              </a:rPr>
              <a:t>Click to edit Master title style</a:t>
            </a:r>
            <a:endParaRPr b="0" lang="en-US" sz="4400" strike="noStrike" u="none">
              <a:solidFill>
                <a:schemeClr val="dk1"/>
              </a:solidFill>
              <a:effectLst/>
              <a:uFillTx/>
              <a:latin typeface="Impact"/>
            </a:endParaRPr>
          </a:p>
        </p:txBody>
      </p:sp>
      <p:sp>
        <p:nvSpPr>
          <p:cNvPr id="151" name="PlaceHolder 2"/>
          <p:cNvSpPr>
            <a:spLocks noGrp="1"/>
          </p:cNvSpPr>
          <p:nvPr>
            <p:ph type="body"/>
          </p:nvPr>
        </p:nvSpPr>
        <p:spPr>
          <a:xfrm>
            <a:off x="514440" y="2063520"/>
            <a:ext cx="3816000" cy="3310920"/>
          </a:xfrm>
          <a:prstGeom prst="rect">
            <a:avLst/>
          </a:prstGeom>
          <a:noFill/>
          <a:ln w="0">
            <a:noFill/>
          </a:ln>
        </p:spPr>
        <p:txBody>
          <a:bodyPr lIns="91440" rIns="91440" tIns="45720" bIns="45720" anchor="t">
            <a:noAutofit/>
          </a:bodyPr>
          <a:p>
            <a:pPr marL="228600" indent="-228600" defTabSz="914400">
              <a:lnSpc>
                <a:spcPct val="120000"/>
              </a:lnSpc>
              <a:spcBef>
                <a:spcPts val="1001"/>
              </a:spcBef>
              <a:buClr>
                <a:srgbClr val="b80e0f"/>
              </a:buClr>
              <a:buSzPct val="160000"/>
              <a:buFont typeface="Arial"/>
              <a:buChar char="•"/>
            </a:pPr>
            <a:r>
              <a:rPr b="0" lang="en-US" sz="2000" strike="noStrike" u="none" cap="all">
                <a:solidFill>
                  <a:schemeClr val="dk1"/>
                </a:solidFill>
                <a:effectLst/>
                <a:uFillTx/>
                <a:latin typeface="Impact"/>
              </a:rPr>
              <a:t>Click to edit Master text styles</a:t>
            </a:r>
            <a:endParaRPr b="0" lang="en-US" sz="2000" strike="noStrike" u="none" cap="all">
              <a:solidFill>
                <a:schemeClr val="dk1"/>
              </a:solidFill>
              <a:effectLst/>
              <a:uFillTx/>
              <a:latin typeface="Impact"/>
            </a:endParaRPr>
          </a:p>
          <a:p>
            <a:pPr lvl="1" marL="685800" indent="-228600" defTabSz="914400">
              <a:lnSpc>
                <a:spcPct val="120000"/>
              </a:lnSpc>
              <a:spcBef>
                <a:spcPts val="499"/>
              </a:spcBef>
              <a:buClr>
                <a:srgbClr val="b80e0f"/>
              </a:buClr>
              <a:buSzPct val="160000"/>
              <a:buFont typeface="Arial"/>
              <a:buChar char="•"/>
            </a:pPr>
            <a:r>
              <a:rPr b="0" lang="en-US" sz="1800" strike="noStrike" u="none" cap="all">
                <a:solidFill>
                  <a:schemeClr val="dk1"/>
                </a:solidFill>
                <a:effectLst/>
                <a:uFillTx/>
                <a:latin typeface="Impact"/>
              </a:rPr>
              <a:t>Second level</a:t>
            </a:r>
            <a:endParaRPr b="0" lang="en-US" sz="1800" strike="noStrike" u="none" cap="all">
              <a:solidFill>
                <a:schemeClr val="dk1"/>
              </a:solidFill>
              <a:effectLst/>
              <a:uFillTx/>
              <a:latin typeface="Impact"/>
            </a:endParaRPr>
          </a:p>
          <a:p>
            <a:pPr lvl="2" marL="1143000" indent="-228600" defTabSz="914400">
              <a:lnSpc>
                <a:spcPct val="120000"/>
              </a:lnSpc>
              <a:spcBef>
                <a:spcPts val="499"/>
              </a:spcBef>
              <a:buClr>
                <a:srgbClr val="b80e0f"/>
              </a:buClr>
              <a:buSzPct val="160000"/>
              <a:buFont typeface="Arial"/>
              <a:buChar char="•"/>
            </a:pPr>
            <a:r>
              <a:rPr b="0" lang="en-US" sz="1600" strike="noStrike" u="none" cap="all">
                <a:solidFill>
                  <a:schemeClr val="dk1"/>
                </a:solidFill>
                <a:effectLst/>
                <a:uFillTx/>
                <a:latin typeface="Impact"/>
              </a:rPr>
              <a:t>Third level</a:t>
            </a:r>
            <a:endParaRPr b="0" lang="en-US" sz="1600" strike="noStrike" u="none" cap="all">
              <a:solidFill>
                <a:schemeClr val="dk1"/>
              </a:solidFill>
              <a:effectLst/>
              <a:uFillTx/>
              <a:latin typeface="Impact"/>
            </a:endParaRPr>
          </a:p>
          <a:p>
            <a:pPr lvl="3" marL="1600200" indent="-228600" defTabSz="914400">
              <a:lnSpc>
                <a:spcPct val="120000"/>
              </a:lnSpc>
              <a:spcBef>
                <a:spcPts val="499"/>
              </a:spcBef>
              <a:buClr>
                <a:srgbClr val="b80e0f"/>
              </a:buClr>
              <a:buSzPct val="160000"/>
              <a:buFont typeface="Arial"/>
              <a:buChar char="•"/>
            </a:pPr>
            <a:r>
              <a:rPr b="0" lang="en-US" sz="1400" strike="noStrike" u="none" cap="all">
                <a:solidFill>
                  <a:schemeClr val="dk1"/>
                </a:solidFill>
                <a:effectLst/>
                <a:uFillTx/>
                <a:latin typeface="Impact"/>
              </a:rPr>
              <a:t>Fourth level</a:t>
            </a:r>
            <a:endParaRPr b="0" lang="en-US" sz="1400" strike="noStrike" u="none" cap="all">
              <a:solidFill>
                <a:schemeClr val="dk1"/>
              </a:solidFill>
              <a:effectLst/>
              <a:uFillTx/>
              <a:latin typeface="Impact"/>
            </a:endParaRPr>
          </a:p>
          <a:p>
            <a:pPr lvl="4" marL="2057400" indent="-228600" defTabSz="914400">
              <a:lnSpc>
                <a:spcPct val="120000"/>
              </a:lnSpc>
              <a:spcBef>
                <a:spcPts val="499"/>
              </a:spcBef>
              <a:buClr>
                <a:srgbClr val="b80e0f"/>
              </a:buClr>
              <a:buSzPct val="160000"/>
              <a:buFont typeface="Arial"/>
              <a:buChar char="•"/>
            </a:pPr>
            <a:r>
              <a:rPr b="0" lang="en-US" sz="1400" strike="noStrike" u="none" cap="all">
                <a:solidFill>
                  <a:schemeClr val="dk1"/>
                </a:solidFill>
                <a:effectLst/>
                <a:uFillTx/>
                <a:latin typeface="Impact"/>
              </a:rPr>
              <a:t>Fifth level</a:t>
            </a:r>
            <a:endParaRPr b="0" lang="en-US" sz="1400" strike="noStrike" u="none" cap="all">
              <a:solidFill>
                <a:schemeClr val="dk1"/>
              </a:solidFill>
              <a:effectLst/>
              <a:uFillTx/>
              <a:latin typeface="Impact"/>
            </a:endParaRPr>
          </a:p>
        </p:txBody>
      </p:sp>
      <p:sp>
        <p:nvSpPr>
          <p:cNvPr id="152" name="PlaceHolder 3"/>
          <p:cNvSpPr>
            <a:spLocks noGrp="1"/>
          </p:cNvSpPr>
          <p:nvPr>
            <p:ph type="body"/>
          </p:nvPr>
        </p:nvSpPr>
        <p:spPr>
          <a:xfrm>
            <a:off x="4495320" y="2063520"/>
            <a:ext cx="3814560" cy="3310920"/>
          </a:xfrm>
          <a:prstGeom prst="rect">
            <a:avLst/>
          </a:prstGeom>
          <a:noFill/>
          <a:ln w="0">
            <a:noFill/>
          </a:ln>
        </p:spPr>
        <p:txBody>
          <a:bodyPr lIns="91440" rIns="91440" tIns="45720" bIns="45720" anchor="t">
            <a:noAutofit/>
          </a:bodyPr>
          <a:p>
            <a:pPr marL="228600" indent="-228600" defTabSz="914400">
              <a:lnSpc>
                <a:spcPct val="120000"/>
              </a:lnSpc>
              <a:spcBef>
                <a:spcPts val="1001"/>
              </a:spcBef>
              <a:buClr>
                <a:srgbClr val="b80e0f"/>
              </a:buClr>
              <a:buSzPct val="160000"/>
              <a:buFont typeface="Arial"/>
              <a:buChar char="•"/>
            </a:pPr>
            <a:r>
              <a:rPr b="0" lang="en-US" sz="2000" strike="noStrike" u="none" cap="all">
                <a:solidFill>
                  <a:schemeClr val="dk1"/>
                </a:solidFill>
                <a:effectLst/>
                <a:uFillTx/>
                <a:latin typeface="Impact"/>
              </a:rPr>
              <a:t>Click to edit Master text styles</a:t>
            </a:r>
            <a:endParaRPr b="0" lang="en-US" sz="2000" strike="noStrike" u="none" cap="all">
              <a:solidFill>
                <a:schemeClr val="dk1"/>
              </a:solidFill>
              <a:effectLst/>
              <a:uFillTx/>
              <a:latin typeface="Impact"/>
            </a:endParaRPr>
          </a:p>
          <a:p>
            <a:pPr lvl="1" marL="685800" indent="-228600" defTabSz="914400">
              <a:lnSpc>
                <a:spcPct val="120000"/>
              </a:lnSpc>
              <a:spcBef>
                <a:spcPts val="499"/>
              </a:spcBef>
              <a:buClr>
                <a:srgbClr val="b80e0f"/>
              </a:buClr>
              <a:buSzPct val="160000"/>
              <a:buFont typeface="Arial"/>
              <a:buChar char="•"/>
            </a:pPr>
            <a:r>
              <a:rPr b="0" lang="en-US" sz="1800" strike="noStrike" u="none" cap="all">
                <a:solidFill>
                  <a:schemeClr val="dk1"/>
                </a:solidFill>
                <a:effectLst/>
                <a:uFillTx/>
                <a:latin typeface="Impact"/>
              </a:rPr>
              <a:t>Second level</a:t>
            </a:r>
            <a:endParaRPr b="0" lang="en-US" sz="1800" strike="noStrike" u="none" cap="all">
              <a:solidFill>
                <a:schemeClr val="dk1"/>
              </a:solidFill>
              <a:effectLst/>
              <a:uFillTx/>
              <a:latin typeface="Impact"/>
            </a:endParaRPr>
          </a:p>
          <a:p>
            <a:pPr lvl="2" marL="1143000" indent="-228600" defTabSz="914400">
              <a:lnSpc>
                <a:spcPct val="120000"/>
              </a:lnSpc>
              <a:spcBef>
                <a:spcPts val="499"/>
              </a:spcBef>
              <a:buClr>
                <a:srgbClr val="b80e0f"/>
              </a:buClr>
              <a:buSzPct val="160000"/>
              <a:buFont typeface="Arial"/>
              <a:buChar char="•"/>
            </a:pPr>
            <a:r>
              <a:rPr b="0" lang="en-US" sz="1600" strike="noStrike" u="none" cap="all">
                <a:solidFill>
                  <a:schemeClr val="dk1"/>
                </a:solidFill>
                <a:effectLst/>
                <a:uFillTx/>
                <a:latin typeface="Impact"/>
              </a:rPr>
              <a:t>Third level</a:t>
            </a:r>
            <a:endParaRPr b="0" lang="en-US" sz="1600" strike="noStrike" u="none" cap="all">
              <a:solidFill>
                <a:schemeClr val="dk1"/>
              </a:solidFill>
              <a:effectLst/>
              <a:uFillTx/>
              <a:latin typeface="Impact"/>
            </a:endParaRPr>
          </a:p>
          <a:p>
            <a:pPr lvl="3" marL="1600200" indent="-228600" defTabSz="914400">
              <a:lnSpc>
                <a:spcPct val="120000"/>
              </a:lnSpc>
              <a:spcBef>
                <a:spcPts val="499"/>
              </a:spcBef>
              <a:buClr>
                <a:srgbClr val="b80e0f"/>
              </a:buClr>
              <a:buSzPct val="160000"/>
              <a:buFont typeface="Arial"/>
              <a:buChar char="•"/>
            </a:pPr>
            <a:r>
              <a:rPr b="0" lang="en-US" sz="1400" strike="noStrike" u="none" cap="all">
                <a:solidFill>
                  <a:schemeClr val="dk1"/>
                </a:solidFill>
                <a:effectLst/>
                <a:uFillTx/>
                <a:latin typeface="Impact"/>
              </a:rPr>
              <a:t>Fourth level</a:t>
            </a:r>
            <a:endParaRPr b="0" lang="en-US" sz="1400" strike="noStrike" u="none" cap="all">
              <a:solidFill>
                <a:schemeClr val="dk1"/>
              </a:solidFill>
              <a:effectLst/>
              <a:uFillTx/>
              <a:latin typeface="Impact"/>
            </a:endParaRPr>
          </a:p>
          <a:p>
            <a:pPr lvl="4" marL="2057400" indent="-228600" defTabSz="914400">
              <a:lnSpc>
                <a:spcPct val="120000"/>
              </a:lnSpc>
              <a:spcBef>
                <a:spcPts val="499"/>
              </a:spcBef>
              <a:buClr>
                <a:srgbClr val="b80e0f"/>
              </a:buClr>
              <a:buSzPct val="160000"/>
              <a:buFont typeface="Arial"/>
              <a:buChar char="•"/>
            </a:pPr>
            <a:r>
              <a:rPr b="0" lang="en-US" sz="1400" strike="noStrike" u="none" cap="all">
                <a:solidFill>
                  <a:schemeClr val="dk1"/>
                </a:solidFill>
                <a:effectLst/>
                <a:uFillTx/>
                <a:latin typeface="Impact"/>
              </a:rPr>
              <a:t>Fifth level</a:t>
            </a:r>
            <a:endParaRPr b="0" lang="en-US" sz="1400" strike="noStrike" u="none" cap="all">
              <a:solidFill>
                <a:schemeClr val="dk1"/>
              </a:solidFill>
              <a:effectLst/>
              <a:uFillTx/>
              <a:latin typeface="Impact"/>
            </a:endParaRPr>
          </a:p>
        </p:txBody>
      </p:sp>
      <p:sp>
        <p:nvSpPr>
          <p:cNvPr id="153" name="PlaceHolder 4"/>
          <p:cNvSpPr>
            <a:spLocks noGrp="1"/>
          </p:cNvSpPr>
          <p:nvPr>
            <p:ph type="dt" idx="37"/>
          </p:nvPr>
        </p:nvSpPr>
        <p:spPr>
          <a:xfrm>
            <a:off x="5473440" y="5757480"/>
            <a:ext cx="2838240" cy="498240"/>
          </a:xfrm>
          <a:prstGeom prst="rect">
            <a:avLst/>
          </a:prstGeom>
          <a:noFill/>
          <a:ln w="0">
            <a:noFill/>
          </a:ln>
        </p:spPr>
        <p:txBody>
          <a:bodyPr lIns="91440" rIns="91440" tIns="45720" bIns="45720" anchor="ctr">
            <a:noAutofit/>
          </a:bodyPr>
          <a:lstStyle>
            <a:lvl1pPr indent="0" algn="r" defTabSz="457200">
              <a:lnSpc>
                <a:spcPct val="100000"/>
              </a:lnSpc>
              <a:buNone/>
              <a:defRPr b="0" lang="en-US" sz="2800" strike="noStrike" u="none" cap="all">
                <a:solidFill>
                  <a:schemeClr val="accent1">
                    <a:lumMod val="50000"/>
                  </a:schemeClr>
                </a:solidFill>
                <a:effectLst/>
                <a:uFillTx/>
                <a:latin typeface="Impact"/>
              </a:defRPr>
            </a:lvl1pPr>
          </a:lstStyle>
          <a:p>
            <a:pPr indent="0" algn="r" defTabSz="457200">
              <a:lnSpc>
                <a:spcPct val="100000"/>
              </a:lnSpc>
              <a:buNone/>
            </a:pPr>
            <a:r>
              <a:rPr b="0" lang="en-US" sz="2800" strike="noStrike" u="none" cap="all">
                <a:solidFill>
                  <a:schemeClr val="accent1">
                    <a:lumMod val="50000"/>
                  </a:schemeClr>
                </a:solidFill>
                <a:effectLst/>
                <a:uFillTx/>
                <a:latin typeface="Impact"/>
              </a:rPr>
              <a:t>&lt;date/time&gt;</a:t>
            </a:r>
            <a:endParaRPr b="0" lang="en-IN" sz="2800" strike="noStrike" u="none">
              <a:solidFill>
                <a:srgbClr val="000000"/>
              </a:solidFill>
              <a:effectLst/>
              <a:uFillTx/>
              <a:latin typeface="Times New Roman"/>
            </a:endParaRPr>
          </a:p>
        </p:txBody>
      </p:sp>
      <p:sp>
        <p:nvSpPr>
          <p:cNvPr id="154" name="PlaceHolder 5"/>
          <p:cNvSpPr>
            <a:spLocks noGrp="1"/>
          </p:cNvSpPr>
          <p:nvPr>
            <p:ph type="ftr" idx="38"/>
          </p:nvPr>
        </p:nvSpPr>
        <p:spPr>
          <a:xfrm>
            <a:off x="514440" y="5757480"/>
            <a:ext cx="4124520" cy="498240"/>
          </a:xfrm>
          <a:prstGeom prst="rect">
            <a:avLst/>
          </a:prstGeom>
          <a:noFill/>
          <a:ln w="0">
            <a:noFill/>
          </a:ln>
        </p:spPr>
        <p:txBody>
          <a:bodyPr lIns="91440" rIns="91440" tIns="45720" bIns="45720" anchor="ctr">
            <a:noAutofit/>
          </a:bodyPr>
          <a:lstStyle>
            <a:lvl1pPr indent="0" algn="ctr">
              <a:buNone/>
              <a:defRPr b="0" lang="en-IN" sz="1400" strike="noStrike" u="none">
                <a:solidFill>
                  <a:srgbClr val="000000"/>
                </a:solidFill>
                <a:effectLst/>
                <a:uFillTx/>
                <a:latin typeface="Times New Roman"/>
              </a:defRPr>
            </a:lvl1pPr>
          </a:lstStyle>
          <a:p>
            <a:pPr indent="0" algn="ctr">
              <a:buNone/>
            </a:pPr>
            <a:r>
              <a:rPr b="0" lang="en-IN" sz="1400" strike="noStrike" u="none">
                <a:solidFill>
                  <a:srgbClr val="000000"/>
                </a:solidFill>
                <a:effectLst/>
                <a:uFillTx/>
                <a:latin typeface="Times New Roman"/>
              </a:rPr>
              <a:t>&lt;footer&gt;</a:t>
            </a:r>
            <a:endParaRPr b="0" lang="en-IN" sz="1400" strike="noStrike" u="none">
              <a:solidFill>
                <a:srgbClr val="000000"/>
              </a:solidFill>
              <a:effectLst/>
              <a:uFillTx/>
              <a:latin typeface="Times New Roman"/>
            </a:endParaRPr>
          </a:p>
        </p:txBody>
      </p:sp>
      <p:sp>
        <p:nvSpPr>
          <p:cNvPr id="155" name="PlaceHolder 6"/>
          <p:cNvSpPr>
            <a:spLocks noGrp="1"/>
          </p:cNvSpPr>
          <p:nvPr>
            <p:ph type="sldNum" idx="39"/>
          </p:nvPr>
        </p:nvSpPr>
        <p:spPr>
          <a:xfrm>
            <a:off x="4715280" y="5757480"/>
            <a:ext cx="680040" cy="498240"/>
          </a:xfrm>
          <a:prstGeom prst="rect">
            <a:avLst/>
          </a:prstGeom>
          <a:noFill/>
          <a:ln w="0">
            <a:noFill/>
          </a:ln>
        </p:spPr>
        <p:txBody>
          <a:bodyPr lIns="91440" rIns="91440" tIns="45720" bIns="45720" anchor="ctr">
            <a:noAutofit/>
          </a:bodyPr>
          <a:lstStyle>
            <a:lvl1pPr indent="0" algn="ctr" defTabSz="457200">
              <a:lnSpc>
                <a:spcPct val="100000"/>
              </a:lnSpc>
              <a:buNone/>
              <a:defRPr b="0" lang="en-US" sz="2800" strike="noStrike" u="none" cap="all">
                <a:solidFill>
                  <a:schemeClr val="accent1">
                    <a:lumMod val="50000"/>
                  </a:schemeClr>
                </a:solidFill>
                <a:effectLst/>
                <a:uFillTx/>
                <a:latin typeface="Impact"/>
              </a:defRPr>
            </a:lvl1pPr>
          </a:lstStyle>
          <a:p>
            <a:pPr indent="0" algn="ctr" defTabSz="457200">
              <a:lnSpc>
                <a:spcPct val="100000"/>
              </a:lnSpc>
              <a:buNone/>
            </a:pPr>
            <a:fld id="{5981CC8D-BD05-45BB-95D8-8ABBFCBFF285}" type="slidenum">
              <a:rPr b="0" lang="en-US" sz="2800" strike="noStrike" u="none" cap="all">
                <a:solidFill>
                  <a:schemeClr val="accent1">
                    <a:lumMod val="50000"/>
                  </a:schemeClr>
                </a:solidFill>
                <a:effectLst/>
                <a:uFillTx/>
                <a:latin typeface="Impact"/>
              </a:rPr>
              <a:t>&lt;number&gt;</a:t>
            </a:fld>
            <a:endParaRPr b="0" lang="en-IN" sz="2800" strike="noStrike" u="none">
              <a:solidFill>
                <a:srgbClr val="000000"/>
              </a:solidFill>
              <a:effectLst/>
              <a:uFillTx/>
              <a:latin typeface="Times New Roman"/>
            </a:endParaRP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bg>
      <p:bgPr>
        <a:blipFill rotWithShape="0">
          <a:blip r:embed="rId2"/>
          <a:stretch/>
        </a:blipFill>
      </p:bgPr>
    </p:bg>
    <p:spTree>
      <p:nvGrpSpPr>
        <p:cNvPr id="1" name=""/>
        <p:cNvGrpSpPr/>
        <p:nvPr/>
      </p:nvGrpSpPr>
      <p:grpSpPr>
        <a:xfrm>
          <a:off x="0" y="0"/>
          <a:ext cx="0" cy="0"/>
          <a:chOff x="0" y="0"/>
          <a:chExt cx="0" cy="0"/>
        </a:xfrm>
      </p:grpSpPr>
      <p:pic>
        <p:nvPicPr>
          <p:cNvPr id="156" name="Picture 7" descr="Brickwork-SD-R1acrop.jpg"/>
          <p:cNvPicPr/>
          <p:nvPr/>
        </p:nvPicPr>
        <p:blipFill>
          <a:blip r:embed="rId3"/>
          <a:stretch/>
        </p:blipFill>
        <p:spPr>
          <a:xfrm>
            <a:off x="0" y="0"/>
            <a:ext cx="9143640" cy="6857640"/>
          </a:xfrm>
          <a:prstGeom prst="rect">
            <a:avLst/>
          </a:prstGeom>
          <a:noFill/>
          <a:ln w="0">
            <a:noFill/>
          </a:ln>
        </p:spPr>
      </p:pic>
      <p:grpSp>
        <p:nvGrpSpPr>
          <p:cNvPr id="157" name="Group 9"/>
          <p:cNvGrpSpPr/>
          <p:nvPr/>
        </p:nvGrpSpPr>
        <p:grpSpPr>
          <a:xfrm>
            <a:off x="-19080" y="0"/>
            <a:ext cx="9003600" cy="6643800"/>
            <a:chOff x="-19080" y="0"/>
            <a:chExt cx="9003600" cy="6643800"/>
          </a:xfrm>
        </p:grpSpPr>
        <p:sp useBgFill="1">
          <p:nvSpPr>
            <p:cNvPr id="158" name="Rectangle 10"/>
            <p:cNvSpPr/>
            <p:nvPr/>
          </p:nvSpPr>
          <p:spPr>
            <a:xfrm>
              <a:off x="0" y="0"/>
              <a:ext cx="8984520" cy="6643800"/>
            </a:xfrm>
            <a:prstGeom prst="rect">
              <a:avLst/>
            </a:prstGeom>
            <a:ln>
              <a:noFill/>
            </a:ln>
            <a:effectLst>
              <a:outerShdw algn="tl" blurRad="98280" dir="4391803" dist="75963" rotWithShape="0">
                <a:srgbClr val="000000">
                  <a:alpha val="68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defTabSz="457200">
                <a:lnSpc>
                  <a:spcPct val="100000"/>
                </a:lnSpc>
              </a:pPr>
              <a:endParaRPr b="0" lang="en-IN" sz="1800" strike="noStrike" u="none">
                <a:solidFill>
                  <a:schemeClr val="lt1"/>
                </a:solidFill>
                <a:effectLst/>
                <a:uFillTx/>
                <a:latin typeface="Impact"/>
              </a:endParaRPr>
            </a:p>
          </p:txBody>
        </p:sp>
        <p:sp>
          <p:nvSpPr>
            <p:cNvPr id="159" name="Rectangle 12"/>
            <p:cNvSpPr/>
            <p:nvPr/>
          </p:nvSpPr>
          <p:spPr>
            <a:xfrm>
              <a:off x="0" y="5600160"/>
              <a:ext cx="8779680" cy="780120"/>
            </a:xfrm>
            <a:prstGeom prst="rect">
              <a:avLst/>
            </a:prstGeom>
            <a:gradFill rotWithShape="0">
              <a:gsLst>
                <a:gs pos="34000">
                  <a:srgbClr val="b80e0f"/>
                </a:gs>
                <a:gs pos="100000">
                  <a:srgbClr val="5c0707"/>
                </a:gs>
              </a:gsLst>
              <a:path path="circle">
                <a:fillToRect l="50000" t="50000" r="50000" b="50000"/>
              </a:path>
            </a:gradFill>
            <a:ln>
              <a:noFill/>
            </a:ln>
          </p:spPr>
          <p:style>
            <a:lnRef idx="1">
              <a:schemeClr val="accent1"/>
            </a:lnRef>
            <a:fillRef idx="3">
              <a:schemeClr val="accent1"/>
            </a:fillRef>
            <a:effectRef idx="2">
              <a:schemeClr val="accent1"/>
            </a:effectRef>
            <a:fontRef idx="minor"/>
          </p:style>
          <p:txBody>
            <a:bodyPr lIns="90000" rIns="90000" tIns="45000" bIns="45000" anchor="t">
              <a:noAutofit/>
            </a:bodyPr>
            <a:p>
              <a:pPr defTabSz="457200">
                <a:lnSpc>
                  <a:spcPct val="100000"/>
                </a:lnSpc>
              </a:pPr>
              <a:endParaRPr b="0" lang="en-IN" sz="1800" strike="noStrike" u="none">
                <a:solidFill>
                  <a:schemeClr val="lt1"/>
                </a:solidFill>
                <a:effectLst/>
                <a:uFillTx/>
                <a:latin typeface="Impact"/>
              </a:endParaRPr>
            </a:p>
          </p:txBody>
        </p:sp>
        <p:sp>
          <p:nvSpPr>
            <p:cNvPr id="160" name="Freeform 11"/>
            <p:cNvSpPr/>
            <p:nvPr/>
          </p:nvSpPr>
          <p:spPr>
            <a:xfrm>
              <a:off x="-19080" y="0"/>
              <a:ext cx="8829720" cy="6419160"/>
            </a:xfrm>
            <a:custGeom>
              <a:avLst/>
              <a:gdLst>
                <a:gd name="textAreaLeft" fmla="*/ 0 w 8829720"/>
                <a:gd name="textAreaRight" fmla="*/ 8830080 w 8829720"/>
                <a:gd name="textAreaTop" fmla="*/ 0 h 6419160"/>
                <a:gd name="textAreaBottom" fmla="*/ 6419520 h 6419160"/>
              </a:gdLst>
              <a:ahLst/>
              <a:cxnLst/>
              <a:rect l="textAreaLeft" t="textAreaTop" r="textAreaRight" b="textAreaBottom"/>
              <a:pathLst>
                <a:path w="11773291" h="6419514">
                  <a:moveTo>
                    <a:pt x="11750059" y="0"/>
                  </a:moveTo>
                  <a:lnTo>
                    <a:pt x="11773291" y="6419514"/>
                  </a:lnTo>
                  <a:lnTo>
                    <a:pt x="0" y="6411047"/>
                  </a:lnTo>
                </a:path>
              </a:pathLst>
            </a:custGeom>
            <a:noFill/>
            <a:ln w="82550">
              <a:solidFill>
                <a:srgbClr val="000000">
                  <a:lumMod val="50000"/>
                  <a:lumOff val="50000"/>
                </a:srgbClr>
              </a:solidFill>
              <a:miter/>
            </a:ln>
          </p:spPr>
          <p:style>
            <a:lnRef idx="2">
              <a:schemeClr val="accent1"/>
            </a:lnRef>
            <a:fillRef idx="0">
              <a:schemeClr val="accent1"/>
            </a:fillRef>
            <a:effectRef idx="1">
              <a:schemeClr val="accent1"/>
            </a:effectRef>
            <a:fontRef idx="minor"/>
          </p:style>
          <p:txBody>
            <a:bodyPr lIns="90000" rIns="90000" tIns="45000" bIns="45000" anchor="t">
              <a:noAutofit/>
            </a:bodyPr>
            <a:p>
              <a:pPr defTabSz="457200">
                <a:lnSpc>
                  <a:spcPct val="100000"/>
                </a:lnSpc>
              </a:pPr>
              <a:endParaRPr b="0" lang="en-IN" sz="1800" strike="noStrike" u="none">
                <a:solidFill>
                  <a:schemeClr val="dk1"/>
                </a:solidFill>
                <a:effectLst/>
                <a:uFillTx/>
                <a:latin typeface="Impact"/>
              </a:endParaRPr>
            </a:p>
          </p:txBody>
        </p:sp>
      </p:grpSp>
      <p:sp>
        <p:nvSpPr>
          <p:cNvPr id="161" name="PlaceHolder 1"/>
          <p:cNvSpPr>
            <a:spLocks noGrp="1"/>
          </p:cNvSpPr>
          <p:nvPr>
            <p:ph type="title"/>
          </p:nvPr>
        </p:nvSpPr>
        <p:spPr>
          <a:xfrm>
            <a:off x="514440" y="685800"/>
            <a:ext cx="7795800" cy="1157760"/>
          </a:xfrm>
          <a:prstGeom prst="rect">
            <a:avLst/>
          </a:prstGeom>
          <a:noFill/>
          <a:ln w="0">
            <a:noFill/>
          </a:ln>
        </p:spPr>
        <p:txBody>
          <a:bodyPr lIns="91440" rIns="91440" tIns="45720" bIns="45720" anchor="ctr">
            <a:noAutofit/>
          </a:bodyPr>
          <a:p>
            <a:pPr indent="0" defTabSz="914400">
              <a:lnSpc>
                <a:spcPct val="90000"/>
              </a:lnSpc>
              <a:buNone/>
            </a:pPr>
            <a:r>
              <a:rPr b="0" lang="en-US" sz="4400" strike="noStrike" u="none" cap="all">
                <a:solidFill>
                  <a:schemeClr val="accent1"/>
                </a:solidFill>
                <a:effectLst/>
                <a:uFillTx/>
                <a:latin typeface="Impact"/>
              </a:rPr>
              <a:t>Click to edit Master title style</a:t>
            </a:r>
            <a:endParaRPr b="0" lang="en-US" sz="4400" strike="noStrike" u="none">
              <a:solidFill>
                <a:schemeClr val="dk1"/>
              </a:solidFill>
              <a:effectLst/>
              <a:uFillTx/>
              <a:latin typeface="Impact"/>
            </a:endParaRPr>
          </a:p>
        </p:txBody>
      </p:sp>
      <p:sp>
        <p:nvSpPr>
          <p:cNvPr id="162" name="PlaceHolder 2"/>
          <p:cNvSpPr>
            <a:spLocks noGrp="1"/>
          </p:cNvSpPr>
          <p:nvPr>
            <p:ph type="body"/>
          </p:nvPr>
        </p:nvSpPr>
        <p:spPr>
          <a:xfrm>
            <a:off x="739440" y="2063520"/>
            <a:ext cx="3591000" cy="679680"/>
          </a:xfrm>
          <a:prstGeom prst="rect">
            <a:avLst/>
          </a:prstGeom>
          <a:noFill/>
          <a:ln w="0">
            <a:noFill/>
          </a:ln>
        </p:spPr>
        <p:txBody>
          <a:bodyPr lIns="91440" rIns="91440" tIns="45720" bIns="45720" anchor="b">
            <a:noAutofit/>
          </a:bodyPr>
          <a:p>
            <a:pPr indent="0" defTabSz="914400">
              <a:lnSpc>
                <a:spcPct val="90000"/>
              </a:lnSpc>
              <a:spcBef>
                <a:spcPts val="1001"/>
              </a:spcBef>
              <a:buNone/>
              <a:tabLst>
                <a:tab algn="l" pos="0"/>
              </a:tabLst>
            </a:pPr>
            <a:r>
              <a:rPr b="0" lang="en-US" sz="2600" strike="noStrike" u="none" cap="all">
                <a:solidFill>
                  <a:schemeClr val="accent1"/>
                </a:solidFill>
                <a:effectLst/>
                <a:uFillTx/>
                <a:latin typeface="Impact"/>
              </a:rPr>
              <a:t>Click to edit Master text styles</a:t>
            </a:r>
            <a:endParaRPr b="0" lang="en-US" sz="2600" strike="noStrike" u="none" cap="all">
              <a:solidFill>
                <a:schemeClr val="dk1"/>
              </a:solidFill>
              <a:effectLst/>
              <a:uFillTx/>
              <a:latin typeface="Impact"/>
            </a:endParaRPr>
          </a:p>
        </p:txBody>
      </p:sp>
      <p:sp>
        <p:nvSpPr>
          <p:cNvPr id="163" name="PlaceHolder 3"/>
          <p:cNvSpPr>
            <a:spLocks noGrp="1"/>
          </p:cNvSpPr>
          <p:nvPr>
            <p:ph type="body"/>
          </p:nvPr>
        </p:nvSpPr>
        <p:spPr>
          <a:xfrm>
            <a:off x="514440" y="2861640"/>
            <a:ext cx="3816000" cy="2512440"/>
          </a:xfrm>
          <a:prstGeom prst="rect">
            <a:avLst/>
          </a:prstGeom>
          <a:noFill/>
          <a:ln w="0">
            <a:noFill/>
          </a:ln>
        </p:spPr>
        <p:txBody>
          <a:bodyPr lIns="91440" rIns="91440" tIns="45720" bIns="45720" anchor="t">
            <a:noAutofit/>
          </a:bodyPr>
          <a:p>
            <a:pPr marL="228600" indent="-228600" defTabSz="914400">
              <a:lnSpc>
                <a:spcPct val="120000"/>
              </a:lnSpc>
              <a:spcBef>
                <a:spcPts val="1001"/>
              </a:spcBef>
              <a:buClr>
                <a:srgbClr val="b80e0f"/>
              </a:buClr>
              <a:buSzPct val="160000"/>
              <a:buFont typeface="Arial"/>
              <a:buChar char="•"/>
            </a:pPr>
            <a:r>
              <a:rPr b="0" lang="en-US" sz="2000" strike="noStrike" u="none" cap="all">
                <a:solidFill>
                  <a:schemeClr val="dk1"/>
                </a:solidFill>
                <a:effectLst/>
                <a:uFillTx/>
                <a:latin typeface="Impact"/>
              </a:rPr>
              <a:t>Click to edit Master text styles</a:t>
            </a:r>
            <a:endParaRPr b="0" lang="en-US" sz="2000" strike="noStrike" u="none" cap="all">
              <a:solidFill>
                <a:schemeClr val="dk1"/>
              </a:solidFill>
              <a:effectLst/>
              <a:uFillTx/>
              <a:latin typeface="Impact"/>
            </a:endParaRPr>
          </a:p>
          <a:p>
            <a:pPr lvl="1" marL="685800" indent="-228600" defTabSz="914400">
              <a:lnSpc>
                <a:spcPct val="120000"/>
              </a:lnSpc>
              <a:spcBef>
                <a:spcPts val="499"/>
              </a:spcBef>
              <a:buClr>
                <a:srgbClr val="b80e0f"/>
              </a:buClr>
              <a:buSzPct val="160000"/>
              <a:buFont typeface="Arial"/>
              <a:buChar char="•"/>
            </a:pPr>
            <a:r>
              <a:rPr b="0" lang="en-US" sz="1800" strike="noStrike" u="none" cap="all">
                <a:solidFill>
                  <a:schemeClr val="dk1"/>
                </a:solidFill>
                <a:effectLst/>
                <a:uFillTx/>
                <a:latin typeface="Impact"/>
              </a:rPr>
              <a:t>Second level</a:t>
            </a:r>
            <a:endParaRPr b="0" lang="en-US" sz="1800" strike="noStrike" u="none" cap="all">
              <a:solidFill>
                <a:schemeClr val="dk1"/>
              </a:solidFill>
              <a:effectLst/>
              <a:uFillTx/>
              <a:latin typeface="Impact"/>
            </a:endParaRPr>
          </a:p>
          <a:p>
            <a:pPr lvl="2" marL="1143000" indent="-228600" defTabSz="914400">
              <a:lnSpc>
                <a:spcPct val="120000"/>
              </a:lnSpc>
              <a:spcBef>
                <a:spcPts val="499"/>
              </a:spcBef>
              <a:buClr>
                <a:srgbClr val="b80e0f"/>
              </a:buClr>
              <a:buSzPct val="160000"/>
              <a:buFont typeface="Arial"/>
              <a:buChar char="•"/>
            </a:pPr>
            <a:r>
              <a:rPr b="0" lang="en-US" sz="1600" strike="noStrike" u="none" cap="all">
                <a:solidFill>
                  <a:schemeClr val="dk1"/>
                </a:solidFill>
                <a:effectLst/>
                <a:uFillTx/>
                <a:latin typeface="Impact"/>
              </a:rPr>
              <a:t>Third level</a:t>
            </a:r>
            <a:endParaRPr b="0" lang="en-US" sz="1600" strike="noStrike" u="none" cap="all">
              <a:solidFill>
                <a:schemeClr val="dk1"/>
              </a:solidFill>
              <a:effectLst/>
              <a:uFillTx/>
              <a:latin typeface="Impact"/>
            </a:endParaRPr>
          </a:p>
          <a:p>
            <a:pPr lvl="3" marL="1600200" indent="-228600" defTabSz="914400">
              <a:lnSpc>
                <a:spcPct val="120000"/>
              </a:lnSpc>
              <a:spcBef>
                <a:spcPts val="499"/>
              </a:spcBef>
              <a:buClr>
                <a:srgbClr val="b80e0f"/>
              </a:buClr>
              <a:buSzPct val="160000"/>
              <a:buFont typeface="Arial"/>
              <a:buChar char="•"/>
            </a:pPr>
            <a:r>
              <a:rPr b="0" lang="en-US" sz="1400" strike="noStrike" u="none" cap="all">
                <a:solidFill>
                  <a:schemeClr val="dk1"/>
                </a:solidFill>
                <a:effectLst/>
                <a:uFillTx/>
                <a:latin typeface="Impact"/>
              </a:rPr>
              <a:t>Fourth level</a:t>
            </a:r>
            <a:endParaRPr b="0" lang="en-US" sz="1400" strike="noStrike" u="none" cap="all">
              <a:solidFill>
                <a:schemeClr val="dk1"/>
              </a:solidFill>
              <a:effectLst/>
              <a:uFillTx/>
              <a:latin typeface="Impact"/>
            </a:endParaRPr>
          </a:p>
          <a:p>
            <a:pPr lvl="4" marL="2057400" indent="-228600" defTabSz="914400">
              <a:lnSpc>
                <a:spcPct val="120000"/>
              </a:lnSpc>
              <a:spcBef>
                <a:spcPts val="499"/>
              </a:spcBef>
              <a:buClr>
                <a:srgbClr val="b80e0f"/>
              </a:buClr>
              <a:buSzPct val="160000"/>
              <a:buFont typeface="Arial"/>
              <a:buChar char="•"/>
            </a:pPr>
            <a:r>
              <a:rPr b="0" lang="en-US" sz="1400" strike="noStrike" u="none" cap="all">
                <a:solidFill>
                  <a:schemeClr val="dk1"/>
                </a:solidFill>
                <a:effectLst/>
                <a:uFillTx/>
                <a:latin typeface="Impact"/>
              </a:rPr>
              <a:t>Fifth level</a:t>
            </a:r>
            <a:endParaRPr b="0" lang="en-US" sz="1400" strike="noStrike" u="none" cap="all">
              <a:solidFill>
                <a:schemeClr val="dk1"/>
              </a:solidFill>
              <a:effectLst/>
              <a:uFillTx/>
              <a:latin typeface="Impact"/>
            </a:endParaRPr>
          </a:p>
        </p:txBody>
      </p:sp>
      <p:sp>
        <p:nvSpPr>
          <p:cNvPr id="164" name="PlaceHolder 4"/>
          <p:cNvSpPr>
            <a:spLocks noGrp="1"/>
          </p:cNvSpPr>
          <p:nvPr>
            <p:ph type="body"/>
          </p:nvPr>
        </p:nvSpPr>
        <p:spPr>
          <a:xfrm>
            <a:off x="4715280" y="2063520"/>
            <a:ext cx="3596400" cy="679680"/>
          </a:xfrm>
          <a:prstGeom prst="rect">
            <a:avLst/>
          </a:prstGeom>
          <a:noFill/>
          <a:ln w="0">
            <a:noFill/>
          </a:ln>
        </p:spPr>
        <p:txBody>
          <a:bodyPr lIns="91440" rIns="91440" tIns="45720" bIns="45720" anchor="b">
            <a:noAutofit/>
          </a:bodyPr>
          <a:p>
            <a:pPr indent="0" defTabSz="914400">
              <a:lnSpc>
                <a:spcPct val="90000"/>
              </a:lnSpc>
              <a:spcBef>
                <a:spcPts val="1001"/>
              </a:spcBef>
              <a:buNone/>
              <a:tabLst>
                <a:tab algn="l" pos="0"/>
              </a:tabLst>
            </a:pPr>
            <a:r>
              <a:rPr b="0" lang="en-US" sz="2600" strike="noStrike" u="none" cap="all">
                <a:solidFill>
                  <a:schemeClr val="accent1"/>
                </a:solidFill>
                <a:effectLst/>
                <a:uFillTx/>
                <a:latin typeface="Impact"/>
              </a:rPr>
              <a:t>Click to edit Master text styles</a:t>
            </a:r>
            <a:endParaRPr b="0" lang="en-US" sz="2600" strike="noStrike" u="none" cap="all">
              <a:solidFill>
                <a:schemeClr val="dk1"/>
              </a:solidFill>
              <a:effectLst/>
              <a:uFillTx/>
              <a:latin typeface="Impact"/>
            </a:endParaRPr>
          </a:p>
        </p:txBody>
      </p:sp>
      <p:sp>
        <p:nvSpPr>
          <p:cNvPr id="165" name="PlaceHolder 5"/>
          <p:cNvSpPr>
            <a:spLocks noGrp="1"/>
          </p:cNvSpPr>
          <p:nvPr>
            <p:ph type="body"/>
          </p:nvPr>
        </p:nvSpPr>
        <p:spPr>
          <a:xfrm>
            <a:off x="4495320" y="2861640"/>
            <a:ext cx="3816000" cy="2512440"/>
          </a:xfrm>
          <a:prstGeom prst="rect">
            <a:avLst/>
          </a:prstGeom>
          <a:noFill/>
          <a:ln w="0">
            <a:noFill/>
          </a:ln>
        </p:spPr>
        <p:txBody>
          <a:bodyPr lIns="91440" rIns="91440" tIns="45720" bIns="45720" anchor="t">
            <a:noAutofit/>
          </a:bodyPr>
          <a:p>
            <a:pPr marL="228600" indent="-228600" defTabSz="914400">
              <a:lnSpc>
                <a:spcPct val="120000"/>
              </a:lnSpc>
              <a:spcBef>
                <a:spcPts val="1001"/>
              </a:spcBef>
              <a:buClr>
                <a:srgbClr val="b80e0f"/>
              </a:buClr>
              <a:buSzPct val="160000"/>
              <a:buFont typeface="Arial"/>
              <a:buChar char="•"/>
            </a:pPr>
            <a:r>
              <a:rPr b="0" lang="en-US" sz="2000" strike="noStrike" u="none" cap="all">
                <a:solidFill>
                  <a:schemeClr val="dk1"/>
                </a:solidFill>
                <a:effectLst/>
                <a:uFillTx/>
                <a:latin typeface="Impact"/>
              </a:rPr>
              <a:t>Click to edit Master text styles</a:t>
            </a:r>
            <a:endParaRPr b="0" lang="en-US" sz="2000" strike="noStrike" u="none" cap="all">
              <a:solidFill>
                <a:schemeClr val="dk1"/>
              </a:solidFill>
              <a:effectLst/>
              <a:uFillTx/>
              <a:latin typeface="Impact"/>
            </a:endParaRPr>
          </a:p>
          <a:p>
            <a:pPr lvl="1" marL="685800" indent="-228600" defTabSz="914400">
              <a:lnSpc>
                <a:spcPct val="120000"/>
              </a:lnSpc>
              <a:spcBef>
                <a:spcPts val="499"/>
              </a:spcBef>
              <a:buClr>
                <a:srgbClr val="b80e0f"/>
              </a:buClr>
              <a:buSzPct val="160000"/>
              <a:buFont typeface="Arial"/>
              <a:buChar char="•"/>
            </a:pPr>
            <a:r>
              <a:rPr b="0" lang="en-US" sz="1800" strike="noStrike" u="none" cap="all">
                <a:solidFill>
                  <a:schemeClr val="dk1"/>
                </a:solidFill>
                <a:effectLst/>
                <a:uFillTx/>
                <a:latin typeface="Impact"/>
              </a:rPr>
              <a:t>Second level</a:t>
            </a:r>
            <a:endParaRPr b="0" lang="en-US" sz="1800" strike="noStrike" u="none" cap="all">
              <a:solidFill>
                <a:schemeClr val="dk1"/>
              </a:solidFill>
              <a:effectLst/>
              <a:uFillTx/>
              <a:latin typeface="Impact"/>
            </a:endParaRPr>
          </a:p>
          <a:p>
            <a:pPr lvl="2" marL="1143000" indent="-228600" defTabSz="914400">
              <a:lnSpc>
                <a:spcPct val="120000"/>
              </a:lnSpc>
              <a:spcBef>
                <a:spcPts val="499"/>
              </a:spcBef>
              <a:buClr>
                <a:srgbClr val="b80e0f"/>
              </a:buClr>
              <a:buSzPct val="160000"/>
              <a:buFont typeface="Arial"/>
              <a:buChar char="•"/>
            </a:pPr>
            <a:r>
              <a:rPr b="0" lang="en-US" sz="1600" strike="noStrike" u="none" cap="all">
                <a:solidFill>
                  <a:schemeClr val="dk1"/>
                </a:solidFill>
                <a:effectLst/>
                <a:uFillTx/>
                <a:latin typeface="Impact"/>
              </a:rPr>
              <a:t>Third level</a:t>
            </a:r>
            <a:endParaRPr b="0" lang="en-US" sz="1600" strike="noStrike" u="none" cap="all">
              <a:solidFill>
                <a:schemeClr val="dk1"/>
              </a:solidFill>
              <a:effectLst/>
              <a:uFillTx/>
              <a:latin typeface="Impact"/>
            </a:endParaRPr>
          </a:p>
          <a:p>
            <a:pPr lvl="3" marL="1600200" indent="-228600" defTabSz="914400">
              <a:lnSpc>
                <a:spcPct val="120000"/>
              </a:lnSpc>
              <a:spcBef>
                <a:spcPts val="499"/>
              </a:spcBef>
              <a:buClr>
                <a:srgbClr val="b80e0f"/>
              </a:buClr>
              <a:buSzPct val="160000"/>
              <a:buFont typeface="Arial"/>
              <a:buChar char="•"/>
            </a:pPr>
            <a:r>
              <a:rPr b="0" lang="en-US" sz="1400" strike="noStrike" u="none" cap="all">
                <a:solidFill>
                  <a:schemeClr val="dk1"/>
                </a:solidFill>
                <a:effectLst/>
                <a:uFillTx/>
                <a:latin typeface="Impact"/>
              </a:rPr>
              <a:t>Fourth level</a:t>
            </a:r>
            <a:endParaRPr b="0" lang="en-US" sz="1400" strike="noStrike" u="none" cap="all">
              <a:solidFill>
                <a:schemeClr val="dk1"/>
              </a:solidFill>
              <a:effectLst/>
              <a:uFillTx/>
              <a:latin typeface="Impact"/>
            </a:endParaRPr>
          </a:p>
          <a:p>
            <a:pPr lvl="4" marL="2057400" indent="-228600" defTabSz="914400">
              <a:lnSpc>
                <a:spcPct val="120000"/>
              </a:lnSpc>
              <a:spcBef>
                <a:spcPts val="499"/>
              </a:spcBef>
              <a:buClr>
                <a:srgbClr val="b80e0f"/>
              </a:buClr>
              <a:buSzPct val="160000"/>
              <a:buFont typeface="Arial"/>
              <a:buChar char="•"/>
            </a:pPr>
            <a:r>
              <a:rPr b="0" lang="en-US" sz="1400" strike="noStrike" u="none" cap="all">
                <a:solidFill>
                  <a:schemeClr val="dk1"/>
                </a:solidFill>
                <a:effectLst/>
                <a:uFillTx/>
                <a:latin typeface="Impact"/>
              </a:rPr>
              <a:t>Fifth level</a:t>
            </a:r>
            <a:endParaRPr b="0" lang="en-US" sz="1400" strike="noStrike" u="none" cap="all">
              <a:solidFill>
                <a:schemeClr val="dk1"/>
              </a:solidFill>
              <a:effectLst/>
              <a:uFillTx/>
              <a:latin typeface="Impact"/>
            </a:endParaRPr>
          </a:p>
        </p:txBody>
      </p:sp>
      <p:sp>
        <p:nvSpPr>
          <p:cNvPr id="166" name="PlaceHolder 6"/>
          <p:cNvSpPr>
            <a:spLocks noGrp="1"/>
          </p:cNvSpPr>
          <p:nvPr>
            <p:ph type="dt" idx="40"/>
          </p:nvPr>
        </p:nvSpPr>
        <p:spPr>
          <a:xfrm>
            <a:off x="5473440" y="5757480"/>
            <a:ext cx="2838240" cy="498240"/>
          </a:xfrm>
          <a:prstGeom prst="rect">
            <a:avLst/>
          </a:prstGeom>
          <a:noFill/>
          <a:ln w="0">
            <a:noFill/>
          </a:ln>
        </p:spPr>
        <p:txBody>
          <a:bodyPr lIns="91440" rIns="91440" tIns="45720" bIns="45720" anchor="ctr">
            <a:noAutofit/>
          </a:bodyPr>
          <a:lstStyle>
            <a:lvl1pPr indent="0" algn="r" defTabSz="457200">
              <a:lnSpc>
                <a:spcPct val="100000"/>
              </a:lnSpc>
              <a:buNone/>
              <a:defRPr b="0" lang="en-US" sz="2800" strike="noStrike" u="none" cap="all">
                <a:solidFill>
                  <a:schemeClr val="accent1">
                    <a:lumMod val="50000"/>
                  </a:schemeClr>
                </a:solidFill>
                <a:effectLst/>
                <a:uFillTx/>
                <a:latin typeface="Impact"/>
              </a:defRPr>
            </a:lvl1pPr>
          </a:lstStyle>
          <a:p>
            <a:pPr indent="0" algn="r" defTabSz="457200">
              <a:lnSpc>
                <a:spcPct val="100000"/>
              </a:lnSpc>
              <a:buNone/>
            </a:pPr>
            <a:r>
              <a:rPr b="0" lang="en-US" sz="2800" strike="noStrike" u="none" cap="all">
                <a:solidFill>
                  <a:schemeClr val="accent1">
                    <a:lumMod val="50000"/>
                  </a:schemeClr>
                </a:solidFill>
                <a:effectLst/>
                <a:uFillTx/>
                <a:latin typeface="Impact"/>
              </a:rPr>
              <a:t>&lt;date/time&gt;</a:t>
            </a:r>
            <a:endParaRPr b="0" lang="en-IN" sz="2800" strike="noStrike" u="none">
              <a:solidFill>
                <a:srgbClr val="000000"/>
              </a:solidFill>
              <a:effectLst/>
              <a:uFillTx/>
              <a:latin typeface="Times New Roman"/>
            </a:endParaRPr>
          </a:p>
        </p:txBody>
      </p:sp>
      <p:sp>
        <p:nvSpPr>
          <p:cNvPr id="167" name="PlaceHolder 7"/>
          <p:cNvSpPr>
            <a:spLocks noGrp="1"/>
          </p:cNvSpPr>
          <p:nvPr>
            <p:ph type="ftr" idx="41"/>
          </p:nvPr>
        </p:nvSpPr>
        <p:spPr>
          <a:xfrm>
            <a:off x="514440" y="5757480"/>
            <a:ext cx="4124520" cy="498240"/>
          </a:xfrm>
          <a:prstGeom prst="rect">
            <a:avLst/>
          </a:prstGeom>
          <a:noFill/>
          <a:ln w="0">
            <a:noFill/>
          </a:ln>
        </p:spPr>
        <p:txBody>
          <a:bodyPr lIns="91440" rIns="91440" tIns="45720" bIns="45720" anchor="ctr">
            <a:noAutofit/>
          </a:bodyPr>
          <a:lstStyle>
            <a:lvl1pPr indent="0" algn="ctr">
              <a:buNone/>
              <a:defRPr b="0" lang="en-IN" sz="1400" strike="noStrike" u="none">
                <a:solidFill>
                  <a:srgbClr val="000000"/>
                </a:solidFill>
                <a:effectLst/>
                <a:uFillTx/>
                <a:latin typeface="Times New Roman"/>
              </a:defRPr>
            </a:lvl1pPr>
          </a:lstStyle>
          <a:p>
            <a:pPr indent="0" algn="ctr">
              <a:buNone/>
            </a:pPr>
            <a:r>
              <a:rPr b="0" lang="en-IN" sz="1400" strike="noStrike" u="none">
                <a:solidFill>
                  <a:srgbClr val="000000"/>
                </a:solidFill>
                <a:effectLst/>
                <a:uFillTx/>
                <a:latin typeface="Times New Roman"/>
              </a:rPr>
              <a:t>&lt;footer&gt;</a:t>
            </a:r>
            <a:endParaRPr b="0" lang="en-IN" sz="1400" strike="noStrike" u="none">
              <a:solidFill>
                <a:srgbClr val="000000"/>
              </a:solidFill>
              <a:effectLst/>
              <a:uFillTx/>
              <a:latin typeface="Times New Roman"/>
            </a:endParaRPr>
          </a:p>
        </p:txBody>
      </p:sp>
      <p:sp>
        <p:nvSpPr>
          <p:cNvPr id="168" name="PlaceHolder 8"/>
          <p:cNvSpPr>
            <a:spLocks noGrp="1"/>
          </p:cNvSpPr>
          <p:nvPr>
            <p:ph type="sldNum" idx="42"/>
          </p:nvPr>
        </p:nvSpPr>
        <p:spPr>
          <a:xfrm>
            <a:off x="4715280" y="5757480"/>
            <a:ext cx="680040" cy="498240"/>
          </a:xfrm>
          <a:prstGeom prst="rect">
            <a:avLst/>
          </a:prstGeom>
          <a:noFill/>
          <a:ln w="0">
            <a:noFill/>
          </a:ln>
        </p:spPr>
        <p:txBody>
          <a:bodyPr lIns="91440" rIns="91440" tIns="45720" bIns="45720" anchor="ctr">
            <a:noAutofit/>
          </a:bodyPr>
          <a:lstStyle>
            <a:lvl1pPr indent="0" algn="ctr" defTabSz="457200">
              <a:lnSpc>
                <a:spcPct val="100000"/>
              </a:lnSpc>
              <a:buNone/>
              <a:defRPr b="0" lang="en-US" sz="2800" strike="noStrike" u="none" cap="all">
                <a:solidFill>
                  <a:schemeClr val="accent1">
                    <a:lumMod val="50000"/>
                  </a:schemeClr>
                </a:solidFill>
                <a:effectLst/>
                <a:uFillTx/>
                <a:latin typeface="Impact"/>
              </a:defRPr>
            </a:lvl1pPr>
          </a:lstStyle>
          <a:p>
            <a:pPr indent="0" algn="ctr" defTabSz="457200">
              <a:lnSpc>
                <a:spcPct val="100000"/>
              </a:lnSpc>
              <a:buNone/>
            </a:pPr>
            <a:fld id="{02168197-7018-4E36-A66F-DDC2A9463CB4}" type="slidenum">
              <a:rPr b="0" lang="en-US" sz="2800" strike="noStrike" u="none" cap="all">
                <a:solidFill>
                  <a:schemeClr val="accent1">
                    <a:lumMod val="50000"/>
                  </a:schemeClr>
                </a:solidFill>
                <a:effectLst/>
                <a:uFillTx/>
                <a:latin typeface="Impact"/>
              </a:rPr>
              <a:t>&lt;number&gt;</a:t>
            </a:fld>
            <a:endParaRPr b="0" lang="en-IN" sz="2800" strike="noStrike" u="none">
              <a:solidFill>
                <a:srgbClr val="000000"/>
              </a:solidFill>
              <a:effectLst/>
              <a:uFillTx/>
              <a:latin typeface="Times New Roman"/>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bg>
      <p:bgPr>
        <a:blipFill rotWithShape="0">
          <a:blip r:embed="rId2"/>
          <a:stretch/>
        </a:blipFill>
      </p:bgPr>
    </p:bg>
    <p:spTree>
      <p:nvGrpSpPr>
        <p:cNvPr id="1" name=""/>
        <p:cNvGrpSpPr/>
        <p:nvPr/>
      </p:nvGrpSpPr>
      <p:grpSpPr>
        <a:xfrm>
          <a:off x="0" y="0"/>
          <a:ext cx="0" cy="0"/>
          <a:chOff x="0" y="0"/>
          <a:chExt cx="0" cy="0"/>
        </a:xfrm>
      </p:grpSpPr>
      <p:pic>
        <p:nvPicPr>
          <p:cNvPr id="169" name="Picture 7" descr="Brickwork-SD-R1acrop.jpg"/>
          <p:cNvPicPr/>
          <p:nvPr/>
        </p:nvPicPr>
        <p:blipFill>
          <a:blip r:embed="rId3"/>
          <a:stretch/>
        </p:blipFill>
        <p:spPr>
          <a:xfrm>
            <a:off x="0" y="0"/>
            <a:ext cx="9143640" cy="6857640"/>
          </a:xfrm>
          <a:prstGeom prst="rect">
            <a:avLst/>
          </a:prstGeom>
          <a:noFill/>
          <a:ln w="0">
            <a:noFill/>
          </a:ln>
        </p:spPr>
      </p:pic>
      <p:grpSp>
        <p:nvGrpSpPr>
          <p:cNvPr id="170" name="Group 9"/>
          <p:cNvGrpSpPr/>
          <p:nvPr/>
        </p:nvGrpSpPr>
        <p:grpSpPr>
          <a:xfrm>
            <a:off x="-19080" y="0"/>
            <a:ext cx="9003600" cy="6643800"/>
            <a:chOff x="-19080" y="0"/>
            <a:chExt cx="9003600" cy="6643800"/>
          </a:xfrm>
        </p:grpSpPr>
        <p:sp useBgFill="1">
          <p:nvSpPr>
            <p:cNvPr id="171" name="Rectangle 10"/>
            <p:cNvSpPr/>
            <p:nvPr/>
          </p:nvSpPr>
          <p:spPr>
            <a:xfrm>
              <a:off x="0" y="0"/>
              <a:ext cx="8984520" cy="6643800"/>
            </a:xfrm>
            <a:prstGeom prst="rect">
              <a:avLst/>
            </a:prstGeom>
            <a:ln>
              <a:noFill/>
            </a:ln>
            <a:effectLst>
              <a:outerShdw algn="tl" blurRad="98280" dir="4391803" dist="75963" rotWithShape="0">
                <a:srgbClr val="000000">
                  <a:alpha val="68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defTabSz="457200">
                <a:lnSpc>
                  <a:spcPct val="100000"/>
                </a:lnSpc>
              </a:pPr>
              <a:endParaRPr b="0" lang="en-IN" sz="1800" strike="noStrike" u="none">
                <a:solidFill>
                  <a:schemeClr val="lt1"/>
                </a:solidFill>
                <a:effectLst/>
                <a:uFillTx/>
                <a:latin typeface="Impact"/>
              </a:endParaRPr>
            </a:p>
          </p:txBody>
        </p:sp>
        <p:sp>
          <p:nvSpPr>
            <p:cNvPr id="172" name="Rectangle 12"/>
            <p:cNvSpPr/>
            <p:nvPr/>
          </p:nvSpPr>
          <p:spPr>
            <a:xfrm>
              <a:off x="0" y="5600160"/>
              <a:ext cx="8779680" cy="780120"/>
            </a:xfrm>
            <a:prstGeom prst="rect">
              <a:avLst/>
            </a:prstGeom>
            <a:gradFill rotWithShape="0">
              <a:gsLst>
                <a:gs pos="34000">
                  <a:srgbClr val="b80e0f"/>
                </a:gs>
                <a:gs pos="100000">
                  <a:srgbClr val="5c0707"/>
                </a:gs>
              </a:gsLst>
              <a:path path="circle">
                <a:fillToRect l="50000" t="50000" r="50000" b="50000"/>
              </a:path>
            </a:gradFill>
            <a:ln>
              <a:noFill/>
            </a:ln>
          </p:spPr>
          <p:style>
            <a:lnRef idx="1">
              <a:schemeClr val="accent1"/>
            </a:lnRef>
            <a:fillRef idx="3">
              <a:schemeClr val="accent1"/>
            </a:fillRef>
            <a:effectRef idx="2">
              <a:schemeClr val="accent1"/>
            </a:effectRef>
            <a:fontRef idx="minor"/>
          </p:style>
          <p:txBody>
            <a:bodyPr lIns="90000" rIns="90000" tIns="45000" bIns="45000" anchor="t">
              <a:noAutofit/>
            </a:bodyPr>
            <a:p>
              <a:pPr defTabSz="457200">
                <a:lnSpc>
                  <a:spcPct val="100000"/>
                </a:lnSpc>
              </a:pPr>
              <a:endParaRPr b="0" lang="en-IN" sz="1800" strike="noStrike" u="none">
                <a:solidFill>
                  <a:schemeClr val="lt1"/>
                </a:solidFill>
                <a:effectLst/>
                <a:uFillTx/>
                <a:latin typeface="Impact"/>
              </a:endParaRPr>
            </a:p>
          </p:txBody>
        </p:sp>
        <p:sp>
          <p:nvSpPr>
            <p:cNvPr id="173" name="Freeform 11"/>
            <p:cNvSpPr/>
            <p:nvPr/>
          </p:nvSpPr>
          <p:spPr>
            <a:xfrm>
              <a:off x="-19080" y="0"/>
              <a:ext cx="8829720" cy="6419160"/>
            </a:xfrm>
            <a:custGeom>
              <a:avLst/>
              <a:gdLst>
                <a:gd name="textAreaLeft" fmla="*/ 0 w 8829720"/>
                <a:gd name="textAreaRight" fmla="*/ 8830080 w 8829720"/>
                <a:gd name="textAreaTop" fmla="*/ 0 h 6419160"/>
                <a:gd name="textAreaBottom" fmla="*/ 6419520 h 6419160"/>
              </a:gdLst>
              <a:ahLst/>
              <a:cxnLst/>
              <a:rect l="textAreaLeft" t="textAreaTop" r="textAreaRight" b="textAreaBottom"/>
              <a:pathLst>
                <a:path w="11773291" h="6419514">
                  <a:moveTo>
                    <a:pt x="11750059" y="0"/>
                  </a:moveTo>
                  <a:lnTo>
                    <a:pt x="11773291" y="6419514"/>
                  </a:lnTo>
                  <a:lnTo>
                    <a:pt x="0" y="6411047"/>
                  </a:lnTo>
                </a:path>
              </a:pathLst>
            </a:custGeom>
            <a:noFill/>
            <a:ln w="82550">
              <a:solidFill>
                <a:srgbClr val="000000">
                  <a:lumMod val="50000"/>
                  <a:lumOff val="50000"/>
                </a:srgbClr>
              </a:solidFill>
              <a:miter/>
            </a:ln>
          </p:spPr>
          <p:style>
            <a:lnRef idx="2">
              <a:schemeClr val="accent1"/>
            </a:lnRef>
            <a:fillRef idx="0">
              <a:schemeClr val="accent1"/>
            </a:fillRef>
            <a:effectRef idx="1">
              <a:schemeClr val="accent1"/>
            </a:effectRef>
            <a:fontRef idx="minor"/>
          </p:style>
          <p:txBody>
            <a:bodyPr lIns="90000" rIns="90000" tIns="45000" bIns="45000" anchor="t">
              <a:noAutofit/>
            </a:bodyPr>
            <a:p>
              <a:pPr defTabSz="457200">
                <a:lnSpc>
                  <a:spcPct val="100000"/>
                </a:lnSpc>
              </a:pPr>
              <a:endParaRPr b="0" lang="en-IN" sz="1800" strike="noStrike" u="none">
                <a:solidFill>
                  <a:schemeClr val="dk1"/>
                </a:solidFill>
                <a:effectLst/>
                <a:uFillTx/>
                <a:latin typeface="Impact"/>
              </a:endParaRPr>
            </a:p>
          </p:txBody>
        </p:sp>
      </p:grpSp>
      <p:sp>
        <p:nvSpPr>
          <p:cNvPr id="174" name="PlaceHolder 1"/>
          <p:cNvSpPr>
            <a:spLocks noGrp="1"/>
          </p:cNvSpPr>
          <p:nvPr>
            <p:ph type="title"/>
          </p:nvPr>
        </p:nvSpPr>
        <p:spPr>
          <a:xfrm>
            <a:off x="514440" y="685800"/>
            <a:ext cx="7797240" cy="1151640"/>
          </a:xfrm>
          <a:prstGeom prst="rect">
            <a:avLst/>
          </a:prstGeom>
          <a:noFill/>
          <a:ln w="0">
            <a:noFill/>
          </a:ln>
        </p:spPr>
        <p:txBody>
          <a:bodyPr lIns="91440" rIns="91440" tIns="45720" bIns="45720" anchor="ctr">
            <a:noAutofit/>
          </a:bodyPr>
          <a:p>
            <a:pPr indent="0" defTabSz="914400">
              <a:lnSpc>
                <a:spcPct val="90000"/>
              </a:lnSpc>
              <a:buNone/>
            </a:pPr>
            <a:r>
              <a:rPr b="0" lang="en-US" sz="4400" strike="noStrike" u="none" cap="all">
                <a:solidFill>
                  <a:schemeClr val="accent1"/>
                </a:solidFill>
                <a:effectLst/>
                <a:uFillTx/>
                <a:latin typeface="Impact"/>
              </a:rPr>
              <a:t>Click to edit Master title style</a:t>
            </a:r>
            <a:endParaRPr b="0" lang="en-US" sz="4400" strike="noStrike" u="none">
              <a:solidFill>
                <a:schemeClr val="dk1"/>
              </a:solidFill>
              <a:effectLst/>
              <a:uFillTx/>
              <a:latin typeface="Impact"/>
            </a:endParaRPr>
          </a:p>
        </p:txBody>
      </p:sp>
      <p:sp>
        <p:nvSpPr>
          <p:cNvPr id="175" name="PlaceHolder 2"/>
          <p:cNvSpPr>
            <a:spLocks noGrp="1"/>
          </p:cNvSpPr>
          <p:nvPr>
            <p:ph type="dt" idx="43"/>
          </p:nvPr>
        </p:nvSpPr>
        <p:spPr>
          <a:xfrm>
            <a:off x="5473440" y="5757480"/>
            <a:ext cx="2838240" cy="498240"/>
          </a:xfrm>
          <a:prstGeom prst="rect">
            <a:avLst/>
          </a:prstGeom>
          <a:noFill/>
          <a:ln w="0">
            <a:noFill/>
          </a:ln>
        </p:spPr>
        <p:txBody>
          <a:bodyPr lIns="91440" rIns="91440" tIns="45720" bIns="45720" anchor="ctr">
            <a:noAutofit/>
          </a:bodyPr>
          <a:lstStyle>
            <a:lvl1pPr indent="0" algn="r" defTabSz="457200">
              <a:lnSpc>
                <a:spcPct val="100000"/>
              </a:lnSpc>
              <a:buNone/>
              <a:defRPr b="0" lang="en-US" sz="2800" strike="noStrike" u="none" cap="all">
                <a:solidFill>
                  <a:schemeClr val="accent1">
                    <a:lumMod val="50000"/>
                  </a:schemeClr>
                </a:solidFill>
                <a:effectLst/>
                <a:uFillTx/>
                <a:latin typeface="Impact"/>
              </a:defRPr>
            </a:lvl1pPr>
          </a:lstStyle>
          <a:p>
            <a:pPr indent="0" algn="r" defTabSz="457200">
              <a:lnSpc>
                <a:spcPct val="100000"/>
              </a:lnSpc>
              <a:buNone/>
            </a:pPr>
            <a:r>
              <a:rPr b="0" lang="en-US" sz="2800" strike="noStrike" u="none" cap="all">
                <a:solidFill>
                  <a:schemeClr val="accent1">
                    <a:lumMod val="50000"/>
                  </a:schemeClr>
                </a:solidFill>
                <a:effectLst/>
                <a:uFillTx/>
                <a:latin typeface="Impact"/>
              </a:rPr>
              <a:t>&lt;date/time&gt;</a:t>
            </a:r>
            <a:endParaRPr b="0" lang="en-IN" sz="2800" strike="noStrike" u="none">
              <a:solidFill>
                <a:srgbClr val="000000"/>
              </a:solidFill>
              <a:effectLst/>
              <a:uFillTx/>
              <a:latin typeface="Times New Roman"/>
            </a:endParaRPr>
          </a:p>
        </p:txBody>
      </p:sp>
      <p:sp>
        <p:nvSpPr>
          <p:cNvPr id="176" name="PlaceHolder 3"/>
          <p:cNvSpPr>
            <a:spLocks noGrp="1"/>
          </p:cNvSpPr>
          <p:nvPr>
            <p:ph type="ftr" idx="44"/>
          </p:nvPr>
        </p:nvSpPr>
        <p:spPr>
          <a:xfrm>
            <a:off x="514440" y="5757480"/>
            <a:ext cx="4124520" cy="498240"/>
          </a:xfrm>
          <a:prstGeom prst="rect">
            <a:avLst/>
          </a:prstGeom>
          <a:noFill/>
          <a:ln w="0">
            <a:noFill/>
          </a:ln>
        </p:spPr>
        <p:txBody>
          <a:bodyPr lIns="91440" rIns="91440" tIns="45720" bIns="45720" anchor="ctr">
            <a:noAutofit/>
          </a:bodyPr>
          <a:lstStyle>
            <a:lvl1pPr indent="0" algn="ctr">
              <a:buNone/>
              <a:defRPr b="0" lang="en-IN" sz="1400" strike="noStrike" u="none">
                <a:solidFill>
                  <a:srgbClr val="000000"/>
                </a:solidFill>
                <a:effectLst/>
                <a:uFillTx/>
                <a:latin typeface="Times New Roman"/>
              </a:defRPr>
            </a:lvl1pPr>
          </a:lstStyle>
          <a:p>
            <a:pPr indent="0" algn="ctr">
              <a:buNone/>
            </a:pPr>
            <a:r>
              <a:rPr b="0" lang="en-IN" sz="1400" strike="noStrike" u="none">
                <a:solidFill>
                  <a:srgbClr val="000000"/>
                </a:solidFill>
                <a:effectLst/>
                <a:uFillTx/>
                <a:latin typeface="Times New Roman"/>
              </a:rPr>
              <a:t>&lt;footer&gt;</a:t>
            </a:r>
            <a:endParaRPr b="0" lang="en-IN" sz="1400" strike="noStrike" u="none">
              <a:solidFill>
                <a:srgbClr val="000000"/>
              </a:solidFill>
              <a:effectLst/>
              <a:uFillTx/>
              <a:latin typeface="Times New Roman"/>
            </a:endParaRPr>
          </a:p>
        </p:txBody>
      </p:sp>
      <p:sp>
        <p:nvSpPr>
          <p:cNvPr id="177" name="PlaceHolder 4"/>
          <p:cNvSpPr>
            <a:spLocks noGrp="1"/>
          </p:cNvSpPr>
          <p:nvPr>
            <p:ph type="sldNum" idx="45"/>
          </p:nvPr>
        </p:nvSpPr>
        <p:spPr>
          <a:xfrm>
            <a:off x="4715280" y="5757480"/>
            <a:ext cx="680040" cy="498240"/>
          </a:xfrm>
          <a:prstGeom prst="rect">
            <a:avLst/>
          </a:prstGeom>
          <a:noFill/>
          <a:ln w="0">
            <a:noFill/>
          </a:ln>
        </p:spPr>
        <p:txBody>
          <a:bodyPr lIns="91440" rIns="91440" tIns="45720" bIns="45720" anchor="ctr">
            <a:noAutofit/>
          </a:bodyPr>
          <a:lstStyle>
            <a:lvl1pPr indent="0" algn="ctr" defTabSz="457200">
              <a:lnSpc>
                <a:spcPct val="100000"/>
              </a:lnSpc>
              <a:buNone/>
              <a:defRPr b="0" lang="en-US" sz="2800" strike="noStrike" u="none" cap="all">
                <a:solidFill>
                  <a:schemeClr val="accent1">
                    <a:lumMod val="50000"/>
                  </a:schemeClr>
                </a:solidFill>
                <a:effectLst/>
                <a:uFillTx/>
                <a:latin typeface="Impact"/>
              </a:defRPr>
            </a:lvl1pPr>
          </a:lstStyle>
          <a:p>
            <a:pPr indent="0" algn="ctr" defTabSz="457200">
              <a:lnSpc>
                <a:spcPct val="100000"/>
              </a:lnSpc>
              <a:buNone/>
            </a:pPr>
            <a:fld id="{7AA10C4D-9310-4514-AA16-9ACBFD427964}" type="slidenum">
              <a:rPr b="0" lang="en-US" sz="2800" strike="noStrike" u="none" cap="all">
                <a:solidFill>
                  <a:schemeClr val="accent1">
                    <a:lumMod val="50000"/>
                  </a:schemeClr>
                </a:solidFill>
                <a:effectLst/>
                <a:uFillTx/>
                <a:latin typeface="Impact"/>
              </a:rPr>
              <a:t>&lt;number&gt;</a:t>
            </a:fld>
            <a:endParaRPr b="0" lang="en-IN" sz="2800" strike="noStrike" u="none">
              <a:solidFill>
                <a:srgbClr val="000000"/>
              </a:solidFill>
              <a:effectLst/>
              <a:uFillTx/>
              <a:latin typeface="Times New Roman"/>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blipFill rotWithShape="0">
          <a:blip r:embed="rId2"/>
          <a:stretch/>
        </a:blipFill>
      </p:bgPr>
    </p:bg>
    <p:spTree>
      <p:nvGrpSpPr>
        <p:cNvPr id="1" name=""/>
        <p:cNvGrpSpPr/>
        <p:nvPr/>
      </p:nvGrpSpPr>
      <p:grpSpPr>
        <a:xfrm>
          <a:off x="0" y="0"/>
          <a:ext cx="0" cy="0"/>
          <a:chOff x="0" y="0"/>
          <a:chExt cx="0" cy="0"/>
        </a:xfrm>
      </p:grpSpPr>
      <p:pic>
        <p:nvPicPr>
          <p:cNvPr id="178" name="Picture 7" descr="Brickwork-SD-R1acrop.jpg"/>
          <p:cNvPicPr/>
          <p:nvPr/>
        </p:nvPicPr>
        <p:blipFill>
          <a:blip r:embed="rId3"/>
          <a:stretch/>
        </p:blipFill>
        <p:spPr>
          <a:xfrm>
            <a:off x="0" y="0"/>
            <a:ext cx="9143640" cy="6857640"/>
          </a:xfrm>
          <a:prstGeom prst="rect">
            <a:avLst/>
          </a:prstGeom>
          <a:noFill/>
          <a:ln w="0">
            <a:noFill/>
          </a:ln>
        </p:spPr>
      </p:pic>
      <p:grpSp>
        <p:nvGrpSpPr>
          <p:cNvPr id="179" name="Group 9"/>
          <p:cNvGrpSpPr/>
          <p:nvPr/>
        </p:nvGrpSpPr>
        <p:grpSpPr>
          <a:xfrm>
            <a:off x="-19080" y="0"/>
            <a:ext cx="9003600" cy="6643800"/>
            <a:chOff x="-19080" y="0"/>
            <a:chExt cx="9003600" cy="6643800"/>
          </a:xfrm>
        </p:grpSpPr>
        <p:sp useBgFill="1">
          <p:nvSpPr>
            <p:cNvPr id="180" name="Rectangle 10"/>
            <p:cNvSpPr/>
            <p:nvPr/>
          </p:nvSpPr>
          <p:spPr>
            <a:xfrm>
              <a:off x="0" y="0"/>
              <a:ext cx="8984520" cy="6643800"/>
            </a:xfrm>
            <a:prstGeom prst="rect">
              <a:avLst/>
            </a:prstGeom>
            <a:ln>
              <a:noFill/>
            </a:ln>
            <a:effectLst>
              <a:outerShdw algn="tl" blurRad="98280" dir="4391803" dist="75963" rotWithShape="0">
                <a:srgbClr val="000000">
                  <a:alpha val="68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defTabSz="457200">
                <a:lnSpc>
                  <a:spcPct val="100000"/>
                </a:lnSpc>
              </a:pPr>
              <a:endParaRPr b="0" lang="en-IN" sz="1800" strike="noStrike" u="none">
                <a:solidFill>
                  <a:schemeClr val="lt1"/>
                </a:solidFill>
                <a:effectLst/>
                <a:uFillTx/>
                <a:latin typeface="Impact"/>
              </a:endParaRPr>
            </a:p>
          </p:txBody>
        </p:sp>
        <p:sp>
          <p:nvSpPr>
            <p:cNvPr id="181" name="Rectangle 12"/>
            <p:cNvSpPr/>
            <p:nvPr/>
          </p:nvSpPr>
          <p:spPr>
            <a:xfrm>
              <a:off x="0" y="5600160"/>
              <a:ext cx="8779680" cy="780120"/>
            </a:xfrm>
            <a:prstGeom prst="rect">
              <a:avLst/>
            </a:prstGeom>
            <a:gradFill rotWithShape="0">
              <a:gsLst>
                <a:gs pos="34000">
                  <a:srgbClr val="b80e0f"/>
                </a:gs>
                <a:gs pos="100000">
                  <a:srgbClr val="5c0707"/>
                </a:gs>
              </a:gsLst>
              <a:path path="circle">
                <a:fillToRect l="50000" t="50000" r="50000" b="50000"/>
              </a:path>
            </a:gradFill>
            <a:ln>
              <a:noFill/>
            </a:ln>
          </p:spPr>
          <p:style>
            <a:lnRef idx="1">
              <a:schemeClr val="accent1"/>
            </a:lnRef>
            <a:fillRef idx="3">
              <a:schemeClr val="accent1"/>
            </a:fillRef>
            <a:effectRef idx="2">
              <a:schemeClr val="accent1"/>
            </a:effectRef>
            <a:fontRef idx="minor"/>
          </p:style>
          <p:txBody>
            <a:bodyPr lIns="90000" rIns="90000" tIns="45000" bIns="45000" anchor="t">
              <a:noAutofit/>
            </a:bodyPr>
            <a:p>
              <a:pPr defTabSz="457200">
                <a:lnSpc>
                  <a:spcPct val="100000"/>
                </a:lnSpc>
              </a:pPr>
              <a:endParaRPr b="0" lang="en-IN" sz="1800" strike="noStrike" u="none">
                <a:solidFill>
                  <a:schemeClr val="lt1"/>
                </a:solidFill>
                <a:effectLst/>
                <a:uFillTx/>
                <a:latin typeface="Impact"/>
              </a:endParaRPr>
            </a:p>
          </p:txBody>
        </p:sp>
        <p:sp>
          <p:nvSpPr>
            <p:cNvPr id="182" name="Freeform 11"/>
            <p:cNvSpPr/>
            <p:nvPr/>
          </p:nvSpPr>
          <p:spPr>
            <a:xfrm>
              <a:off x="-19080" y="0"/>
              <a:ext cx="8829720" cy="6419160"/>
            </a:xfrm>
            <a:custGeom>
              <a:avLst/>
              <a:gdLst>
                <a:gd name="textAreaLeft" fmla="*/ 0 w 8829720"/>
                <a:gd name="textAreaRight" fmla="*/ 8830080 w 8829720"/>
                <a:gd name="textAreaTop" fmla="*/ 0 h 6419160"/>
                <a:gd name="textAreaBottom" fmla="*/ 6419520 h 6419160"/>
              </a:gdLst>
              <a:ahLst/>
              <a:cxnLst/>
              <a:rect l="textAreaLeft" t="textAreaTop" r="textAreaRight" b="textAreaBottom"/>
              <a:pathLst>
                <a:path w="11773291" h="6419514">
                  <a:moveTo>
                    <a:pt x="11750059" y="0"/>
                  </a:moveTo>
                  <a:lnTo>
                    <a:pt x="11773291" y="6419514"/>
                  </a:lnTo>
                  <a:lnTo>
                    <a:pt x="0" y="6411047"/>
                  </a:lnTo>
                </a:path>
              </a:pathLst>
            </a:custGeom>
            <a:noFill/>
            <a:ln w="82550">
              <a:solidFill>
                <a:srgbClr val="000000">
                  <a:lumMod val="50000"/>
                  <a:lumOff val="50000"/>
                </a:srgbClr>
              </a:solidFill>
              <a:miter/>
            </a:ln>
          </p:spPr>
          <p:style>
            <a:lnRef idx="2">
              <a:schemeClr val="accent1"/>
            </a:lnRef>
            <a:fillRef idx="0">
              <a:schemeClr val="accent1"/>
            </a:fillRef>
            <a:effectRef idx="1">
              <a:schemeClr val="accent1"/>
            </a:effectRef>
            <a:fontRef idx="minor"/>
          </p:style>
          <p:txBody>
            <a:bodyPr lIns="90000" rIns="90000" tIns="45000" bIns="45000" anchor="t">
              <a:noAutofit/>
            </a:bodyPr>
            <a:p>
              <a:pPr defTabSz="457200">
                <a:lnSpc>
                  <a:spcPct val="100000"/>
                </a:lnSpc>
              </a:pPr>
              <a:endParaRPr b="0" lang="en-IN" sz="1800" strike="noStrike" u="none">
                <a:solidFill>
                  <a:schemeClr val="dk1"/>
                </a:solidFill>
                <a:effectLst/>
                <a:uFillTx/>
                <a:latin typeface="Impact"/>
              </a:endParaRPr>
            </a:p>
          </p:txBody>
        </p:sp>
      </p:grpSp>
      <p:sp>
        <p:nvSpPr>
          <p:cNvPr id="183" name="PlaceHolder 1"/>
          <p:cNvSpPr>
            <a:spLocks noGrp="1"/>
          </p:cNvSpPr>
          <p:nvPr>
            <p:ph type="dt" idx="46"/>
          </p:nvPr>
        </p:nvSpPr>
        <p:spPr>
          <a:xfrm>
            <a:off x="5473440" y="5757480"/>
            <a:ext cx="2838240" cy="498240"/>
          </a:xfrm>
          <a:prstGeom prst="rect">
            <a:avLst/>
          </a:prstGeom>
          <a:noFill/>
          <a:ln w="0">
            <a:noFill/>
          </a:ln>
        </p:spPr>
        <p:txBody>
          <a:bodyPr lIns="91440" rIns="91440" tIns="45720" bIns="45720" anchor="ctr">
            <a:noAutofit/>
          </a:bodyPr>
          <a:lstStyle>
            <a:lvl1pPr indent="0" algn="r" defTabSz="457200">
              <a:lnSpc>
                <a:spcPct val="100000"/>
              </a:lnSpc>
              <a:buNone/>
              <a:defRPr b="0" lang="en-US" sz="2800" strike="noStrike" u="none" cap="all">
                <a:solidFill>
                  <a:schemeClr val="accent1">
                    <a:lumMod val="50000"/>
                  </a:schemeClr>
                </a:solidFill>
                <a:effectLst/>
                <a:uFillTx/>
                <a:latin typeface="Impact"/>
              </a:defRPr>
            </a:lvl1pPr>
          </a:lstStyle>
          <a:p>
            <a:pPr indent="0" algn="r" defTabSz="457200">
              <a:lnSpc>
                <a:spcPct val="100000"/>
              </a:lnSpc>
              <a:buNone/>
            </a:pPr>
            <a:r>
              <a:rPr b="0" lang="en-US" sz="2800" strike="noStrike" u="none" cap="all">
                <a:solidFill>
                  <a:schemeClr val="accent1">
                    <a:lumMod val="50000"/>
                  </a:schemeClr>
                </a:solidFill>
                <a:effectLst/>
                <a:uFillTx/>
                <a:latin typeface="Impact"/>
              </a:rPr>
              <a:t>&lt;date/time&gt;</a:t>
            </a:r>
            <a:endParaRPr b="0" lang="en-IN" sz="2800" strike="noStrike" u="none">
              <a:solidFill>
                <a:srgbClr val="000000"/>
              </a:solidFill>
              <a:effectLst/>
              <a:uFillTx/>
              <a:latin typeface="Times New Roman"/>
            </a:endParaRPr>
          </a:p>
        </p:txBody>
      </p:sp>
      <p:sp>
        <p:nvSpPr>
          <p:cNvPr id="184" name="PlaceHolder 2"/>
          <p:cNvSpPr>
            <a:spLocks noGrp="1"/>
          </p:cNvSpPr>
          <p:nvPr>
            <p:ph type="ftr" idx="47"/>
          </p:nvPr>
        </p:nvSpPr>
        <p:spPr>
          <a:xfrm>
            <a:off x="514440" y="5757480"/>
            <a:ext cx="4124520" cy="498240"/>
          </a:xfrm>
          <a:prstGeom prst="rect">
            <a:avLst/>
          </a:prstGeom>
          <a:noFill/>
          <a:ln w="0">
            <a:noFill/>
          </a:ln>
        </p:spPr>
        <p:txBody>
          <a:bodyPr lIns="91440" rIns="91440" tIns="45720" bIns="45720" anchor="ctr">
            <a:noAutofit/>
          </a:bodyPr>
          <a:lstStyle>
            <a:lvl1pPr indent="0" algn="ctr">
              <a:buNone/>
              <a:defRPr b="0" lang="en-IN" sz="1400" strike="noStrike" u="none">
                <a:solidFill>
                  <a:srgbClr val="000000"/>
                </a:solidFill>
                <a:effectLst/>
                <a:uFillTx/>
                <a:latin typeface="Times New Roman"/>
              </a:defRPr>
            </a:lvl1pPr>
          </a:lstStyle>
          <a:p>
            <a:pPr indent="0" algn="ctr">
              <a:buNone/>
            </a:pPr>
            <a:r>
              <a:rPr b="0" lang="en-IN" sz="1400" strike="noStrike" u="none">
                <a:solidFill>
                  <a:srgbClr val="000000"/>
                </a:solidFill>
                <a:effectLst/>
                <a:uFillTx/>
                <a:latin typeface="Times New Roman"/>
              </a:rPr>
              <a:t>&lt;footer&gt;</a:t>
            </a:r>
            <a:endParaRPr b="0" lang="en-IN" sz="1400" strike="noStrike" u="none">
              <a:solidFill>
                <a:srgbClr val="000000"/>
              </a:solidFill>
              <a:effectLst/>
              <a:uFillTx/>
              <a:latin typeface="Times New Roman"/>
            </a:endParaRPr>
          </a:p>
        </p:txBody>
      </p:sp>
      <p:sp>
        <p:nvSpPr>
          <p:cNvPr id="185" name="PlaceHolder 3"/>
          <p:cNvSpPr>
            <a:spLocks noGrp="1"/>
          </p:cNvSpPr>
          <p:nvPr>
            <p:ph type="sldNum" idx="48"/>
          </p:nvPr>
        </p:nvSpPr>
        <p:spPr>
          <a:xfrm>
            <a:off x="4715280" y="5757480"/>
            <a:ext cx="680040" cy="498240"/>
          </a:xfrm>
          <a:prstGeom prst="rect">
            <a:avLst/>
          </a:prstGeom>
          <a:noFill/>
          <a:ln w="0">
            <a:noFill/>
          </a:ln>
        </p:spPr>
        <p:txBody>
          <a:bodyPr lIns="91440" rIns="91440" tIns="45720" bIns="45720" anchor="ctr">
            <a:noAutofit/>
          </a:bodyPr>
          <a:lstStyle>
            <a:lvl1pPr indent="0" algn="ctr" defTabSz="457200">
              <a:lnSpc>
                <a:spcPct val="100000"/>
              </a:lnSpc>
              <a:buNone/>
              <a:defRPr b="0" lang="en-US" sz="2800" strike="noStrike" u="none" cap="all">
                <a:solidFill>
                  <a:schemeClr val="accent1">
                    <a:lumMod val="50000"/>
                  </a:schemeClr>
                </a:solidFill>
                <a:effectLst/>
                <a:uFillTx/>
                <a:latin typeface="Impact"/>
              </a:defRPr>
            </a:lvl1pPr>
          </a:lstStyle>
          <a:p>
            <a:pPr indent="0" algn="ctr" defTabSz="457200">
              <a:lnSpc>
                <a:spcPct val="100000"/>
              </a:lnSpc>
              <a:buNone/>
            </a:pPr>
            <a:fld id="{AA1EA98A-E261-42A1-9145-7FB25F250105}" type="slidenum">
              <a:rPr b="0" lang="en-US" sz="2800" strike="noStrike" u="none" cap="all">
                <a:solidFill>
                  <a:schemeClr val="accent1">
                    <a:lumMod val="50000"/>
                  </a:schemeClr>
                </a:solidFill>
                <a:effectLst/>
                <a:uFillTx/>
                <a:latin typeface="Impact"/>
              </a:rPr>
              <a:t>&lt;number&gt;</a:t>
            </a:fld>
            <a:endParaRPr b="0" lang="en-IN" sz="2800" strike="noStrike" u="none">
              <a:solidFill>
                <a:srgbClr val="000000"/>
              </a:solidFill>
              <a:effectLst/>
              <a:uFillTx/>
              <a:latin typeface="Times New Roman"/>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bg>
      <p:bgPr>
        <a:blipFill rotWithShape="0">
          <a:blip r:embed="rId2"/>
          <a:stretch/>
        </a:blipFill>
      </p:bgPr>
    </p:bg>
    <p:spTree>
      <p:nvGrpSpPr>
        <p:cNvPr id="1" name=""/>
        <p:cNvGrpSpPr/>
        <p:nvPr/>
      </p:nvGrpSpPr>
      <p:grpSpPr>
        <a:xfrm>
          <a:off x="0" y="0"/>
          <a:ext cx="0" cy="0"/>
          <a:chOff x="0" y="0"/>
          <a:chExt cx="0" cy="0"/>
        </a:xfrm>
      </p:grpSpPr>
      <p:pic>
        <p:nvPicPr>
          <p:cNvPr id="186" name="Picture 7" descr="Brickwork-SD-R1acrop.jpg"/>
          <p:cNvPicPr/>
          <p:nvPr/>
        </p:nvPicPr>
        <p:blipFill>
          <a:blip r:embed="rId3"/>
          <a:stretch/>
        </p:blipFill>
        <p:spPr>
          <a:xfrm>
            <a:off x="0" y="0"/>
            <a:ext cx="9143640" cy="6857640"/>
          </a:xfrm>
          <a:prstGeom prst="rect">
            <a:avLst/>
          </a:prstGeom>
          <a:noFill/>
          <a:ln w="0">
            <a:noFill/>
          </a:ln>
        </p:spPr>
      </p:pic>
      <p:grpSp>
        <p:nvGrpSpPr>
          <p:cNvPr id="187" name="Group 9"/>
          <p:cNvGrpSpPr/>
          <p:nvPr/>
        </p:nvGrpSpPr>
        <p:grpSpPr>
          <a:xfrm>
            <a:off x="-19080" y="0"/>
            <a:ext cx="9003600" cy="6643800"/>
            <a:chOff x="-19080" y="0"/>
            <a:chExt cx="9003600" cy="6643800"/>
          </a:xfrm>
        </p:grpSpPr>
        <p:sp useBgFill="1">
          <p:nvSpPr>
            <p:cNvPr id="188" name="Rectangle 10"/>
            <p:cNvSpPr/>
            <p:nvPr/>
          </p:nvSpPr>
          <p:spPr>
            <a:xfrm>
              <a:off x="0" y="0"/>
              <a:ext cx="8984520" cy="6643800"/>
            </a:xfrm>
            <a:prstGeom prst="rect">
              <a:avLst/>
            </a:prstGeom>
            <a:ln>
              <a:noFill/>
            </a:ln>
            <a:effectLst>
              <a:outerShdw algn="tl" blurRad="98280" dir="4391803" dist="75963" rotWithShape="0">
                <a:srgbClr val="000000">
                  <a:alpha val="68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defTabSz="457200">
                <a:lnSpc>
                  <a:spcPct val="100000"/>
                </a:lnSpc>
              </a:pPr>
              <a:endParaRPr b="0" lang="en-IN" sz="1800" strike="noStrike" u="none">
                <a:solidFill>
                  <a:schemeClr val="lt1"/>
                </a:solidFill>
                <a:effectLst/>
                <a:uFillTx/>
                <a:latin typeface="Impact"/>
              </a:endParaRPr>
            </a:p>
          </p:txBody>
        </p:sp>
        <p:sp>
          <p:nvSpPr>
            <p:cNvPr id="189" name="Rectangle 12"/>
            <p:cNvSpPr/>
            <p:nvPr/>
          </p:nvSpPr>
          <p:spPr>
            <a:xfrm>
              <a:off x="0" y="5600160"/>
              <a:ext cx="8779680" cy="780120"/>
            </a:xfrm>
            <a:prstGeom prst="rect">
              <a:avLst/>
            </a:prstGeom>
            <a:gradFill rotWithShape="0">
              <a:gsLst>
                <a:gs pos="34000">
                  <a:srgbClr val="b80e0f"/>
                </a:gs>
                <a:gs pos="100000">
                  <a:srgbClr val="5c0707"/>
                </a:gs>
              </a:gsLst>
              <a:path path="circle">
                <a:fillToRect l="50000" t="50000" r="50000" b="50000"/>
              </a:path>
            </a:gradFill>
            <a:ln>
              <a:noFill/>
            </a:ln>
          </p:spPr>
          <p:style>
            <a:lnRef idx="1">
              <a:schemeClr val="accent1"/>
            </a:lnRef>
            <a:fillRef idx="3">
              <a:schemeClr val="accent1"/>
            </a:fillRef>
            <a:effectRef idx="2">
              <a:schemeClr val="accent1"/>
            </a:effectRef>
            <a:fontRef idx="minor"/>
          </p:style>
          <p:txBody>
            <a:bodyPr lIns="90000" rIns="90000" tIns="45000" bIns="45000" anchor="t">
              <a:noAutofit/>
            </a:bodyPr>
            <a:p>
              <a:pPr defTabSz="457200">
                <a:lnSpc>
                  <a:spcPct val="100000"/>
                </a:lnSpc>
              </a:pPr>
              <a:endParaRPr b="0" lang="en-IN" sz="1800" strike="noStrike" u="none">
                <a:solidFill>
                  <a:schemeClr val="lt1"/>
                </a:solidFill>
                <a:effectLst/>
                <a:uFillTx/>
                <a:latin typeface="Impact"/>
              </a:endParaRPr>
            </a:p>
          </p:txBody>
        </p:sp>
        <p:sp>
          <p:nvSpPr>
            <p:cNvPr id="190" name="Freeform 11"/>
            <p:cNvSpPr/>
            <p:nvPr/>
          </p:nvSpPr>
          <p:spPr>
            <a:xfrm>
              <a:off x="-19080" y="0"/>
              <a:ext cx="8829720" cy="6419160"/>
            </a:xfrm>
            <a:custGeom>
              <a:avLst/>
              <a:gdLst>
                <a:gd name="textAreaLeft" fmla="*/ 0 w 8829720"/>
                <a:gd name="textAreaRight" fmla="*/ 8830080 w 8829720"/>
                <a:gd name="textAreaTop" fmla="*/ 0 h 6419160"/>
                <a:gd name="textAreaBottom" fmla="*/ 6419520 h 6419160"/>
              </a:gdLst>
              <a:ahLst/>
              <a:cxnLst/>
              <a:rect l="textAreaLeft" t="textAreaTop" r="textAreaRight" b="textAreaBottom"/>
              <a:pathLst>
                <a:path w="11773291" h="6419514">
                  <a:moveTo>
                    <a:pt x="11750059" y="0"/>
                  </a:moveTo>
                  <a:lnTo>
                    <a:pt x="11773291" y="6419514"/>
                  </a:lnTo>
                  <a:lnTo>
                    <a:pt x="0" y="6411047"/>
                  </a:lnTo>
                </a:path>
              </a:pathLst>
            </a:custGeom>
            <a:noFill/>
            <a:ln w="82550">
              <a:solidFill>
                <a:srgbClr val="000000">
                  <a:lumMod val="50000"/>
                  <a:lumOff val="50000"/>
                </a:srgbClr>
              </a:solidFill>
              <a:miter/>
            </a:ln>
          </p:spPr>
          <p:style>
            <a:lnRef idx="2">
              <a:schemeClr val="accent1"/>
            </a:lnRef>
            <a:fillRef idx="0">
              <a:schemeClr val="accent1"/>
            </a:fillRef>
            <a:effectRef idx="1">
              <a:schemeClr val="accent1"/>
            </a:effectRef>
            <a:fontRef idx="minor"/>
          </p:style>
          <p:txBody>
            <a:bodyPr lIns="90000" rIns="90000" tIns="45000" bIns="45000" anchor="t">
              <a:noAutofit/>
            </a:bodyPr>
            <a:p>
              <a:pPr defTabSz="457200">
                <a:lnSpc>
                  <a:spcPct val="100000"/>
                </a:lnSpc>
              </a:pPr>
              <a:endParaRPr b="0" lang="en-IN" sz="1800" strike="noStrike" u="none">
                <a:solidFill>
                  <a:schemeClr val="dk1"/>
                </a:solidFill>
                <a:effectLst/>
                <a:uFillTx/>
                <a:latin typeface="Impact"/>
              </a:endParaRPr>
            </a:p>
          </p:txBody>
        </p:sp>
      </p:grpSp>
      <p:sp>
        <p:nvSpPr>
          <p:cNvPr id="191" name="PlaceHolder 1"/>
          <p:cNvSpPr>
            <a:spLocks noGrp="1"/>
          </p:cNvSpPr>
          <p:nvPr>
            <p:ph type="title"/>
          </p:nvPr>
        </p:nvSpPr>
        <p:spPr>
          <a:xfrm>
            <a:off x="520200" y="685800"/>
            <a:ext cx="3094920" cy="2022840"/>
          </a:xfrm>
          <a:prstGeom prst="rect">
            <a:avLst/>
          </a:prstGeom>
          <a:noFill/>
          <a:ln w="0">
            <a:noFill/>
          </a:ln>
        </p:spPr>
        <p:txBody>
          <a:bodyPr lIns="91440" rIns="91440" tIns="45720" bIns="45720" anchor="b">
            <a:normAutofit/>
          </a:bodyPr>
          <a:p>
            <a:pPr indent="0" algn="ctr" defTabSz="914400">
              <a:lnSpc>
                <a:spcPct val="90000"/>
              </a:lnSpc>
              <a:buNone/>
            </a:pPr>
            <a:r>
              <a:rPr b="0" lang="en-US" sz="3600" strike="noStrike" u="none" cap="all">
                <a:solidFill>
                  <a:schemeClr val="accent1"/>
                </a:solidFill>
                <a:effectLst/>
                <a:uFillTx/>
                <a:latin typeface="Impact"/>
              </a:rPr>
              <a:t>Click to edit Master title style</a:t>
            </a:r>
            <a:endParaRPr b="0" lang="en-US" sz="3600" strike="noStrike" u="none">
              <a:solidFill>
                <a:schemeClr val="dk1"/>
              </a:solidFill>
              <a:effectLst/>
              <a:uFillTx/>
              <a:latin typeface="Impact"/>
            </a:endParaRPr>
          </a:p>
        </p:txBody>
      </p:sp>
      <p:sp>
        <p:nvSpPr>
          <p:cNvPr id="192" name="PlaceHolder 2"/>
          <p:cNvSpPr>
            <a:spLocks noGrp="1"/>
          </p:cNvSpPr>
          <p:nvPr>
            <p:ph type="body"/>
          </p:nvPr>
        </p:nvSpPr>
        <p:spPr>
          <a:xfrm>
            <a:off x="3784680" y="685800"/>
            <a:ext cx="4525560" cy="4688280"/>
          </a:xfrm>
          <a:prstGeom prst="rect">
            <a:avLst/>
          </a:prstGeom>
          <a:noFill/>
          <a:ln w="0">
            <a:noFill/>
          </a:ln>
        </p:spPr>
        <p:txBody>
          <a:bodyPr lIns="91440" rIns="91440" tIns="45720" bIns="45720" anchor="ctr">
            <a:noAutofit/>
          </a:bodyPr>
          <a:p>
            <a:pPr marL="228600" indent="-228600" defTabSz="914400">
              <a:lnSpc>
                <a:spcPct val="120000"/>
              </a:lnSpc>
              <a:spcBef>
                <a:spcPts val="1001"/>
              </a:spcBef>
              <a:buClr>
                <a:srgbClr val="b80e0f"/>
              </a:buClr>
              <a:buSzPct val="160000"/>
              <a:buFont typeface="Arial"/>
              <a:buChar char="•"/>
            </a:pPr>
            <a:r>
              <a:rPr b="0" lang="en-US" sz="2000" strike="noStrike" u="none" cap="all">
                <a:solidFill>
                  <a:schemeClr val="dk1"/>
                </a:solidFill>
                <a:effectLst/>
                <a:uFillTx/>
                <a:latin typeface="Impact"/>
              </a:rPr>
              <a:t>Click to edit Master text styles</a:t>
            </a:r>
            <a:endParaRPr b="0" lang="en-US" sz="2000" strike="noStrike" u="none" cap="all">
              <a:solidFill>
                <a:schemeClr val="dk1"/>
              </a:solidFill>
              <a:effectLst/>
              <a:uFillTx/>
              <a:latin typeface="Impact"/>
            </a:endParaRPr>
          </a:p>
          <a:p>
            <a:pPr lvl="1" marL="685800" indent="-228600" defTabSz="914400">
              <a:lnSpc>
                <a:spcPct val="120000"/>
              </a:lnSpc>
              <a:spcBef>
                <a:spcPts val="499"/>
              </a:spcBef>
              <a:buClr>
                <a:srgbClr val="b80e0f"/>
              </a:buClr>
              <a:buSzPct val="160000"/>
              <a:buFont typeface="Arial"/>
              <a:buChar char="•"/>
            </a:pPr>
            <a:r>
              <a:rPr b="0" lang="en-US" sz="1800" strike="noStrike" u="none" cap="all">
                <a:solidFill>
                  <a:schemeClr val="dk1"/>
                </a:solidFill>
                <a:effectLst/>
                <a:uFillTx/>
                <a:latin typeface="Impact"/>
              </a:rPr>
              <a:t>Second level</a:t>
            </a:r>
            <a:endParaRPr b="0" lang="en-US" sz="1800" strike="noStrike" u="none" cap="all">
              <a:solidFill>
                <a:schemeClr val="dk1"/>
              </a:solidFill>
              <a:effectLst/>
              <a:uFillTx/>
              <a:latin typeface="Impact"/>
            </a:endParaRPr>
          </a:p>
          <a:p>
            <a:pPr lvl="2" marL="1143000" indent="-228600" defTabSz="914400">
              <a:lnSpc>
                <a:spcPct val="120000"/>
              </a:lnSpc>
              <a:spcBef>
                <a:spcPts val="499"/>
              </a:spcBef>
              <a:buClr>
                <a:srgbClr val="b80e0f"/>
              </a:buClr>
              <a:buSzPct val="160000"/>
              <a:buFont typeface="Arial"/>
              <a:buChar char="•"/>
            </a:pPr>
            <a:r>
              <a:rPr b="0" lang="en-US" sz="1600" strike="noStrike" u="none" cap="all">
                <a:solidFill>
                  <a:schemeClr val="dk1"/>
                </a:solidFill>
                <a:effectLst/>
                <a:uFillTx/>
                <a:latin typeface="Impact"/>
              </a:rPr>
              <a:t>Third level</a:t>
            </a:r>
            <a:endParaRPr b="0" lang="en-US" sz="1600" strike="noStrike" u="none" cap="all">
              <a:solidFill>
                <a:schemeClr val="dk1"/>
              </a:solidFill>
              <a:effectLst/>
              <a:uFillTx/>
              <a:latin typeface="Impact"/>
            </a:endParaRPr>
          </a:p>
          <a:p>
            <a:pPr lvl="3" marL="1600200" indent="-228600" defTabSz="914400">
              <a:lnSpc>
                <a:spcPct val="120000"/>
              </a:lnSpc>
              <a:spcBef>
                <a:spcPts val="499"/>
              </a:spcBef>
              <a:buClr>
                <a:srgbClr val="b80e0f"/>
              </a:buClr>
              <a:buSzPct val="160000"/>
              <a:buFont typeface="Arial"/>
              <a:buChar char="•"/>
            </a:pPr>
            <a:r>
              <a:rPr b="0" lang="en-US" sz="1400" strike="noStrike" u="none" cap="all">
                <a:solidFill>
                  <a:schemeClr val="dk1"/>
                </a:solidFill>
                <a:effectLst/>
                <a:uFillTx/>
                <a:latin typeface="Impact"/>
              </a:rPr>
              <a:t>Fourth level</a:t>
            </a:r>
            <a:endParaRPr b="0" lang="en-US" sz="1400" strike="noStrike" u="none" cap="all">
              <a:solidFill>
                <a:schemeClr val="dk1"/>
              </a:solidFill>
              <a:effectLst/>
              <a:uFillTx/>
              <a:latin typeface="Impact"/>
            </a:endParaRPr>
          </a:p>
          <a:p>
            <a:pPr lvl="4" marL="2057400" indent="-228600" defTabSz="914400">
              <a:lnSpc>
                <a:spcPct val="120000"/>
              </a:lnSpc>
              <a:spcBef>
                <a:spcPts val="499"/>
              </a:spcBef>
              <a:buClr>
                <a:srgbClr val="b80e0f"/>
              </a:buClr>
              <a:buSzPct val="160000"/>
              <a:buFont typeface="Arial"/>
              <a:buChar char="•"/>
            </a:pPr>
            <a:r>
              <a:rPr b="0" lang="en-US" sz="1400" strike="noStrike" u="none" cap="all">
                <a:solidFill>
                  <a:schemeClr val="dk1"/>
                </a:solidFill>
                <a:effectLst/>
                <a:uFillTx/>
                <a:latin typeface="Impact"/>
              </a:rPr>
              <a:t>Fifth level</a:t>
            </a:r>
            <a:endParaRPr b="0" lang="en-US" sz="1400" strike="noStrike" u="none" cap="all">
              <a:solidFill>
                <a:schemeClr val="dk1"/>
              </a:solidFill>
              <a:effectLst/>
              <a:uFillTx/>
              <a:latin typeface="Impact"/>
            </a:endParaRPr>
          </a:p>
        </p:txBody>
      </p:sp>
      <p:sp>
        <p:nvSpPr>
          <p:cNvPr id="193" name="PlaceHolder 3"/>
          <p:cNvSpPr>
            <a:spLocks noGrp="1"/>
          </p:cNvSpPr>
          <p:nvPr>
            <p:ph type="body"/>
          </p:nvPr>
        </p:nvSpPr>
        <p:spPr>
          <a:xfrm>
            <a:off x="520200" y="2709000"/>
            <a:ext cx="3094920" cy="2665080"/>
          </a:xfrm>
          <a:prstGeom prst="rect">
            <a:avLst/>
          </a:prstGeom>
          <a:noFill/>
          <a:ln w="0">
            <a:noFill/>
          </a:ln>
        </p:spPr>
        <p:txBody>
          <a:bodyPr lIns="91440" rIns="91440" tIns="45720" bIns="45720" anchor="t">
            <a:normAutofit/>
          </a:bodyPr>
          <a:p>
            <a:pPr indent="0" algn="ctr" defTabSz="914400">
              <a:lnSpc>
                <a:spcPct val="120000"/>
              </a:lnSpc>
              <a:spcBef>
                <a:spcPts val="1001"/>
              </a:spcBef>
              <a:buNone/>
              <a:tabLst>
                <a:tab algn="l" pos="0"/>
              </a:tabLst>
            </a:pPr>
            <a:r>
              <a:rPr b="0" lang="en-US" sz="1800" strike="noStrike" u="none" cap="all">
                <a:solidFill>
                  <a:schemeClr val="dk1"/>
                </a:solidFill>
                <a:effectLst/>
                <a:uFillTx/>
                <a:latin typeface="Impact"/>
              </a:rPr>
              <a:t>Click to edit Master text styles</a:t>
            </a:r>
            <a:endParaRPr b="0" lang="en-US" sz="1800" strike="noStrike" u="none" cap="all">
              <a:solidFill>
                <a:schemeClr val="dk1"/>
              </a:solidFill>
              <a:effectLst/>
              <a:uFillTx/>
              <a:latin typeface="Impact"/>
            </a:endParaRPr>
          </a:p>
        </p:txBody>
      </p:sp>
      <p:sp>
        <p:nvSpPr>
          <p:cNvPr id="194" name="PlaceHolder 4"/>
          <p:cNvSpPr>
            <a:spLocks noGrp="1"/>
          </p:cNvSpPr>
          <p:nvPr>
            <p:ph type="dt" idx="49"/>
          </p:nvPr>
        </p:nvSpPr>
        <p:spPr>
          <a:xfrm>
            <a:off x="5473440" y="5757480"/>
            <a:ext cx="2838240" cy="498240"/>
          </a:xfrm>
          <a:prstGeom prst="rect">
            <a:avLst/>
          </a:prstGeom>
          <a:noFill/>
          <a:ln w="0">
            <a:noFill/>
          </a:ln>
        </p:spPr>
        <p:txBody>
          <a:bodyPr lIns="91440" rIns="91440" tIns="45720" bIns="45720" anchor="ctr">
            <a:noAutofit/>
          </a:bodyPr>
          <a:lstStyle>
            <a:lvl1pPr indent="0" algn="r" defTabSz="457200">
              <a:lnSpc>
                <a:spcPct val="100000"/>
              </a:lnSpc>
              <a:buNone/>
              <a:defRPr b="0" lang="en-US" sz="2800" strike="noStrike" u="none" cap="all">
                <a:solidFill>
                  <a:schemeClr val="accent1">
                    <a:lumMod val="50000"/>
                  </a:schemeClr>
                </a:solidFill>
                <a:effectLst/>
                <a:uFillTx/>
                <a:latin typeface="Impact"/>
              </a:defRPr>
            </a:lvl1pPr>
          </a:lstStyle>
          <a:p>
            <a:pPr indent="0" algn="r" defTabSz="457200">
              <a:lnSpc>
                <a:spcPct val="100000"/>
              </a:lnSpc>
              <a:buNone/>
            </a:pPr>
            <a:r>
              <a:rPr b="0" lang="en-US" sz="2800" strike="noStrike" u="none" cap="all">
                <a:solidFill>
                  <a:schemeClr val="accent1">
                    <a:lumMod val="50000"/>
                  </a:schemeClr>
                </a:solidFill>
                <a:effectLst/>
                <a:uFillTx/>
                <a:latin typeface="Impact"/>
              </a:rPr>
              <a:t>&lt;date/time&gt;</a:t>
            </a:r>
            <a:endParaRPr b="0" lang="en-IN" sz="2800" strike="noStrike" u="none">
              <a:solidFill>
                <a:srgbClr val="000000"/>
              </a:solidFill>
              <a:effectLst/>
              <a:uFillTx/>
              <a:latin typeface="Times New Roman"/>
            </a:endParaRPr>
          </a:p>
        </p:txBody>
      </p:sp>
      <p:sp>
        <p:nvSpPr>
          <p:cNvPr id="195" name="PlaceHolder 5"/>
          <p:cNvSpPr>
            <a:spLocks noGrp="1"/>
          </p:cNvSpPr>
          <p:nvPr>
            <p:ph type="ftr" idx="50"/>
          </p:nvPr>
        </p:nvSpPr>
        <p:spPr>
          <a:xfrm>
            <a:off x="514440" y="5757480"/>
            <a:ext cx="4124520" cy="498240"/>
          </a:xfrm>
          <a:prstGeom prst="rect">
            <a:avLst/>
          </a:prstGeom>
          <a:noFill/>
          <a:ln w="0">
            <a:noFill/>
          </a:ln>
        </p:spPr>
        <p:txBody>
          <a:bodyPr lIns="91440" rIns="91440" tIns="45720" bIns="45720" anchor="ctr">
            <a:noAutofit/>
          </a:bodyPr>
          <a:lstStyle>
            <a:lvl1pPr indent="0" algn="ctr">
              <a:buNone/>
              <a:defRPr b="0" lang="en-IN" sz="1400" strike="noStrike" u="none">
                <a:solidFill>
                  <a:srgbClr val="000000"/>
                </a:solidFill>
                <a:effectLst/>
                <a:uFillTx/>
                <a:latin typeface="Times New Roman"/>
              </a:defRPr>
            </a:lvl1pPr>
          </a:lstStyle>
          <a:p>
            <a:pPr indent="0" algn="ctr">
              <a:buNone/>
            </a:pPr>
            <a:r>
              <a:rPr b="0" lang="en-IN" sz="1400" strike="noStrike" u="none">
                <a:solidFill>
                  <a:srgbClr val="000000"/>
                </a:solidFill>
                <a:effectLst/>
                <a:uFillTx/>
                <a:latin typeface="Times New Roman"/>
              </a:rPr>
              <a:t>&lt;footer&gt;</a:t>
            </a:r>
            <a:endParaRPr b="0" lang="en-IN" sz="1400" strike="noStrike" u="none">
              <a:solidFill>
                <a:srgbClr val="000000"/>
              </a:solidFill>
              <a:effectLst/>
              <a:uFillTx/>
              <a:latin typeface="Times New Roman"/>
            </a:endParaRPr>
          </a:p>
        </p:txBody>
      </p:sp>
      <p:sp>
        <p:nvSpPr>
          <p:cNvPr id="196" name="PlaceHolder 6"/>
          <p:cNvSpPr>
            <a:spLocks noGrp="1"/>
          </p:cNvSpPr>
          <p:nvPr>
            <p:ph type="sldNum" idx="51"/>
          </p:nvPr>
        </p:nvSpPr>
        <p:spPr>
          <a:xfrm>
            <a:off x="4715280" y="5757480"/>
            <a:ext cx="680040" cy="498240"/>
          </a:xfrm>
          <a:prstGeom prst="rect">
            <a:avLst/>
          </a:prstGeom>
          <a:noFill/>
          <a:ln w="0">
            <a:noFill/>
          </a:ln>
        </p:spPr>
        <p:txBody>
          <a:bodyPr lIns="91440" rIns="91440" tIns="45720" bIns="45720" anchor="ctr">
            <a:noAutofit/>
          </a:bodyPr>
          <a:lstStyle>
            <a:lvl1pPr indent="0" algn="ctr" defTabSz="457200">
              <a:lnSpc>
                <a:spcPct val="100000"/>
              </a:lnSpc>
              <a:buNone/>
              <a:defRPr b="0" lang="en-US" sz="2800" strike="noStrike" u="none" cap="all">
                <a:solidFill>
                  <a:schemeClr val="accent1">
                    <a:lumMod val="50000"/>
                  </a:schemeClr>
                </a:solidFill>
                <a:effectLst/>
                <a:uFillTx/>
                <a:latin typeface="Impact"/>
              </a:defRPr>
            </a:lvl1pPr>
          </a:lstStyle>
          <a:p>
            <a:pPr indent="0" algn="ctr" defTabSz="457200">
              <a:lnSpc>
                <a:spcPct val="100000"/>
              </a:lnSpc>
              <a:buNone/>
            </a:pPr>
            <a:fld id="{D80CA433-F845-4922-9057-409FD751B1E3}" type="slidenum">
              <a:rPr b="0" lang="en-US" sz="2800" strike="noStrike" u="none" cap="all">
                <a:solidFill>
                  <a:schemeClr val="accent1">
                    <a:lumMod val="50000"/>
                  </a:schemeClr>
                </a:solidFill>
                <a:effectLst/>
                <a:uFillTx/>
                <a:latin typeface="Impact"/>
              </a:rPr>
              <a:t>&lt;number&gt;</a:t>
            </a:fld>
            <a:endParaRPr b="0" lang="en-IN" sz="2800" strike="noStrike" u="none">
              <a:solidFill>
                <a:srgbClr val="000000"/>
              </a:solidFill>
              <a:effectLst/>
              <a:uFillTx/>
              <a:latin typeface="Times New Roman"/>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bg>
      <p:bgPr>
        <a:blipFill rotWithShape="0">
          <a:blip r:embed="rId2"/>
          <a:stretch/>
        </a:blipFill>
      </p:bgPr>
    </p:bg>
    <p:spTree>
      <p:nvGrpSpPr>
        <p:cNvPr id="1" name=""/>
        <p:cNvGrpSpPr/>
        <p:nvPr/>
      </p:nvGrpSpPr>
      <p:grpSpPr>
        <a:xfrm>
          <a:off x="0" y="0"/>
          <a:ext cx="0" cy="0"/>
          <a:chOff x="0" y="0"/>
          <a:chExt cx="0" cy="0"/>
        </a:xfrm>
      </p:grpSpPr>
      <p:pic>
        <p:nvPicPr>
          <p:cNvPr id="197" name="Picture 7" descr="Brickwork-SD-R1acrop.jpg"/>
          <p:cNvPicPr/>
          <p:nvPr/>
        </p:nvPicPr>
        <p:blipFill>
          <a:blip r:embed="rId3"/>
          <a:stretch/>
        </p:blipFill>
        <p:spPr>
          <a:xfrm>
            <a:off x="0" y="0"/>
            <a:ext cx="9143640" cy="6857640"/>
          </a:xfrm>
          <a:prstGeom prst="rect">
            <a:avLst/>
          </a:prstGeom>
          <a:noFill/>
          <a:ln w="0">
            <a:noFill/>
          </a:ln>
        </p:spPr>
      </p:pic>
      <p:grpSp>
        <p:nvGrpSpPr>
          <p:cNvPr id="198" name="Group 9"/>
          <p:cNvGrpSpPr/>
          <p:nvPr/>
        </p:nvGrpSpPr>
        <p:grpSpPr>
          <a:xfrm>
            <a:off x="-19080" y="0"/>
            <a:ext cx="9003600" cy="6643800"/>
            <a:chOff x="-19080" y="0"/>
            <a:chExt cx="9003600" cy="6643800"/>
          </a:xfrm>
        </p:grpSpPr>
        <p:sp useBgFill="1">
          <p:nvSpPr>
            <p:cNvPr id="199" name="Rectangle 10"/>
            <p:cNvSpPr/>
            <p:nvPr/>
          </p:nvSpPr>
          <p:spPr>
            <a:xfrm>
              <a:off x="0" y="0"/>
              <a:ext cx="8984520" cy="6643800"/>
            </a:xfrm>
            <a:prstGeom prst="rect">
              <a:avLst/>
            </a:prstGeom>
            <a:ln>
              <a:noFill/>
            </a:ln>
            <a:effectLst>
              <a:outerShdw algn="tl" blurRad="98280" dir="4391803" dist="75963" rotWithShape="0">
                <a:srgbClr val="000000">
                  <a:alpha val="68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defTabSz="457200">
                <a:lnSpc>
                  <a:spcPct val="100000"/>
                </a:lnSpc>
              </a:pPr>
              <a:endParaRPr b="0" lang="en-IN" sz="1800" strike="noStrike" u="none">
                <a:solidFill>
                  <a:schemeClr val="lt1"/>
                </a:solidFill>
                <a:effectLst/>
                <a:uFillTx/>
                <a:latin typeface="Impact"/>
              </a:endParaRPr>
            </a:p>
          </p:txBody>
        </p:sp>
        <p:sp>
          <p:nvSpPr>
            <p:cNvPr id="200" name="Rectangle 12"/>
            <p:cNvSpPr/>
            <p:nvPr/>
          </p:nvSpPr>
          <p:spPr>
            <a:xfrm>
              <a:off x="0" y="5600160"/>
              <a:ext cx="8779680" cy="780120"/>
            </a:xfrm>
            <a:prstGeom prst="rect">
              <a:avLst/>
            </a:prstGeom>
            <a:gradFill rotWithShape="0">
              <a:gsLst>
                <a:gs pos="34000">
                  <a:srgbClr val="b80e0f"/>
                </a:gs>
                <a:gs pos="100000">
                  <a:srgbClr val="5c0707"/>
                </a:gs>
              </a:gsLst>
              <a:path path="circle">
                <a:fillToRect l="50000" t="50000" r="50000" b="50000"/>
              </a:path>
            </a:gradFill>
            <a:ln>
              <a:noFill/>
            </a:ln>
          </p:spPr>
          <p:style>
            <a:lnRef idx="1">
              <a:schemeClr val="accent1"/>
            </a:lnRef>
            <a:fillRef idx="3">
              <a:schemeClr val="accent1"/>
            </a:fillRef>
            <a:effectRef idx="2">
              <a:schemeClr val="accent1"/>
            </a:effectRef>
            <a:fontRef idx="minor"/>
          </p:style>
          <p:txBody>
            <a:bodyPr lIns="90000" rIns="90000" tIns="45000" bIns="45000" anchor="t">
              <a:noAutofit/>
            </a:bodyPr>
            <a:p>
              <a:pPr defTabSz="457200">
                <a:lnSpc>
                  <a:spcPct val="100000"/>
                </a:lnSpc>
              </a:pPr>
              <a:endParaRPr b="0" lang="en-IN" sz="1800" strike="noStrike" u="none">
                <a:solidFill>
                  <a:schemeClr val="lt1"/>
                </a:solidFill>
                <a:effectLst/>
                <a:uFillTx/>
                <a:latin typeface="Impact"/>
              </a:endParaRPr>
            </a:p>
          </p:txBody>
        </p:sp>
        <p:sp>
          <p:nvSpPr>
            <p:cNvPr id="201" name="Freeform 11"/>
            <p:cNvSpPr/>
            <p:nvPr/>
          </p:nvSpPr>
          <p:spPr>
            <a:xfrm>
              <a:off x="-19080" y="0"/>
              <a:ext cx="8829720" cy="6419160"/>
            </a:xfrm>
            <a:custGeom>
              <a:avLst/>
              <a:gdLst>
                <a:gd name="textAreaLeft" fmla="*/ 0 w 8829720"/>
                <a:gd name="textAreaRight" fmla="*/ 8830080 w 8829720"/>
                <a:gd name="textAreaTop" fmla="*/ 0 h 6419160"/>
                <a:gd name="textAreaBottom" fmla="*/ 6419520 h 6419160"/>
              </a:gdLst>
              <a:ahLst/>
              <a:cxnLst/>
              <a:rect l="textAreaLeft" t="textAreaTop" r="textAreaRight" b="textAreaBottom"/>
              <a:pathLst>
                <a:path w="11773291" h="6419514">
                  <a:moveTo>
                    <a:pt x="11750059" y="0"/>
                  </a:moveTo>
                  <a:lnTo>
                    <a:pt x="11773291" y="6419514"/>
                  </a:lnTo>
                  <a:lnTo>
                    <a:pt x="0" y="6411047"/>
                  </a:lnTo>
                </a:path>
              </a:pathLst>
            </a:custGeom>
            <a:noFill/>
            <a:ln w="82550">
              <a:solidFill>
                <a:srgbClr val="000000">
                  <a:lumMod val="50000"/>
                  <a:lumOff val="50000"/>
                </a:srgbClr>
              </a:solidFill>
              <a:miter/>
            </a:ln>
          </p:spPr>
          <p:style>
            <a:lnRef idx="2">
              <a:schemeClr val="accent1"/>
            </a:lnRef>
            <a:fillRef idx="0">
              <a:schemeClr val="accent1"/>
            </a:fillRef>
            <a:effectRef idx="1">
              <a:schemeClr val="accent1"/>
            </a:effectRef>
            <a:fontRef idx="minor"/>
          </p:style>
          <p:txBody>
            <a:bodyPr lIns="90000" rIns="90000" tIns="45000" bIns="45000" anchor="t">
              <a:noAutofit/>
            </a:bodyPr>
            <a:p>
              <a:pPr defTabSz="457200">
                <a:lnSpc>
                  <a:spcPct val="100000"/>
                </a:lnSpc>
              </a:pPr>
              <a:endParaRPr b="0" lang="en-IN" sz="1800" strike="noStrike" u="none">
                <a:solidFill>
                  <a:schemeClr val="dk1"/>
                </a:solidFill>
                <a:effectLst/>
                <a:uFillTx/>
                <a:latin typeface="Impact"/>
              </a:endParaRPr>
            </a:p>
          </p:txBody>
        </p:sp>
      </p:grpSp>
      <p:sp>
        <p:nvSpPr>
          <p:cNvPr id="202" name="PlaceHolder 1"/>
          <p:cNvSpPr>
            <a:spLocks noGrp="1"/>
          </p:cNvSpPr>
          <p:nvPr>
            <p:ph type="title"/>
          </p:nvPr>
        </p:nvSpPr>
        <p:spPr>
          <a:xfrm>
            <a:off x="514440" y="685800"/>
            <a:ext cx="4407840" cy="2022840"/>
          </a:xfrm>
          <a:prstGeom prst="rect">
            <a:avLst/>
          </a:prstGeom>
          <a:noFill/>
          <a:ln w="0">
            <a:noFill/>
          </a:ln>
        </p:spPr>
        <p:txBody>
          <a:bodyPr lIns="91440" rIns="91440" tIns="45720" bIns="45720" anchor="b">
            <a:normAutofit/>
          </a:bodyPr>
          <a:p>
            <a:pPr indent="0" algn="ctr" defTabSz="914400">
              <a:lnSpc>
                <a:spcPct val="90000"/>
              </a:lnSpc>
              <a:buNone/>
            </a:pPr>
            <a:r>
              <a:rPr b="0" lang="en-US" sz="3600" strike="noStrike" u="none" cap="all">
                <a:solidFill>
                  <a:schemeClr val="accent1"/>
                </a:solidFill>
                <a:effectLst/>
                <a:uFillTx/>
                <a:latin typeface="Impact"/>
              </a:rPr>
              <a:t>Click to edit Master title style</a:t>
            </a:r>
            <a:endParaRPr b="0" lang="en-US" sz="3600" strike="noStrike" u="none">
              <a:solidFill>
                <a:schemeClr val="dk1"/>
              </a:solidFill>
              <a:effectLst/>
              <a:uFillTx/>
              <a:latin typeface="Impact"/>
            </a:endParaRPr>
          </a:p>
        </p:txBody>
      </p:sp>
      <p:sp>
        <p:nvSpPr>
          <p:cNvPr id="203" name="PlaceHolder 2"/>
          <p:cNvSpPr>
            <a:spLocks noGrp="1"/>
          </p:cNvSpPr>
          <p:nvPr>
            <p:ph type="body"/>
          </p:nvPr>
        </p:nvSpPr>
        <p:spPr>
          <a:xfrm>
            <a:off x="5147640" y="0"/>
            <a:ext cx="3162240" cy="5071320"/>
          </a:xfrm>
          <a:prstGeom prst="rect">
            <a:avLst/>
          </a:prstGeom>
          <a:noFill/>
          <a:ln w="57240">
            <a:solidFill>
              <a:schemeClr val="lt1">
                <a:lumMod val="50000"/>
              </a:schemeClr>
            </a:solidFill>
            <a:miter/>
          </a:ln>
        </p:spPr>
        <p:txBody>
          <a:bodyPr lIns="90000" rIns="90000" tIns="45000" bIns="45000" anchor="t">
            <a:noAutofit/>
          </a:bodyPr>
          <a:p>
            <a:pPr indent="0" algn="ctr" defTabSz="457200">
              <a:lnSpc>
                <a:spcPct val="100000"/>
              </a:lnSpc>
              <a:buNone/>
              <a:tabLst>
                <a:tab algn="l" pos="0"/>
              </a:tabLst>
            </a:pPr>
            <a:r>
              <a:rPr b="0" lang="en-US" sz="3200" strike="noStrike" u="none">
                <a:solidFill>
                  <a:schemeClr val="dk1"/>
                </a:solidFill>
                <a:effectLst/>
                <a:uFillTx/>
                <a:latin typeface="Impact"/>
              </a:rPr>
              <a:t>Click icon to add picture</a:t>
            </a:r>
            <a:endParaRPr b="0" lang="en-US" sz="3200" strike="noStrike" u="none" cap="all">
              <a:solidFill>
                <a:schemeClr val="dk1"/>
              </a:solidFill>
              <a:effectLst/>
              <a:uFillTx/>
              <a:latin typeface="Impact"/>
            </a:endParaRPr>
          </a:p>
        </p:txBody>
      </p:sp>
      <p:sp>
        <p:nvSpPr>
          <p:cNvPr id="204" name="PlaceHolder 3"/>
          <p:cNvSpPr>
            <a:spLocks noGrp="1"/>
          </p:cNvSpPr>
          <p:nvPr>
            <p:ph type="body"/>
          </p:nvPr>
        </p:nvSpPr>
        <p:spPr>
          <a:xfrm>
            <a:off x="514440" y="2709000"/>
            <a:ext cx="4407840" cy="2361960"/>
          </a:xfrm>
          <a:prstGeom prst="rect">
            <a:avLst/>
          </a:prstGeom>
          <a:noFill/>
          <a:ln w="0">
            <a:noFill/>
          </a:ln>
        </p:spPr>
        <p:txBody>
          <a:bodyPr lIns="91440" rIns="91440" tIns="45720" bIns="45720" anchor="t">
            <a:normAutofit/>
          </a:bodyPr>
          <a:p>
            <a:pPr indent="0" algn="ctr" defTabSz="914400">
              <a:lnSpc>
                <a:spcPct val="120000"/>
              </a:lnSpc>
              <a:spcBef>
                <a:spcPts val="1001"/>
              </a:spcBef>
              <a:buNone/>
              <a:tabLst>
                <a:tab algn="l" pos="0"/>
              </a:tabLst>
            </a:pPr>
            <a:r>
              <a:rPr b="0" lang="en-US" sz="1800" strike="noStrike" u="none" cap="all">
                <a:solidFill>
                  <a:schemeClr val="dk1"/>
                </a:solidFill>
                <a:effectLst/>
                <a:uFillTx/>
                <a:latin typeface="Impact"/>
              </a:rPr>
              <a:t>Click to edit Master text styles</a:t>
            </a:r>
            <a:endParaRPr b="0" lang="en-US" sz="1800" strike="noStrike" u="none" cap="all">
              <a:solidFill>
                <a:schemeClr val="dk1"/>
              </a:solidFill>
              <a:effectLst/>
              <a:uFillTx/>
              <a:latin typeface="Impact"/>
            </a:endParaRPr>
          </a:p>
        </p:txBody>
      </p:sp>
      <p:sp>
        <p:nvSpPr>
          <p:cNvPr id="205" name="PlaceHolder 4"/>
          <p:cNvSpPr>
            <a:spLocks noGrp="1"/>
          </p:cNvSpPr>
          <p:nvPr>
            <p:ph type="dt" idx="52"/>
          </p:nvPr>
        </p:nvSpPr>
        <p:spPr>
          <a:xfrm>
            <a:off x="5473440" y="5757480"/>
            <a:ext cx="2838240" cy="498240"/>
          </a:xfrm>
          <a:prstGeom prst="rect">
            <a:avLst/>
          </a:prstGeom>
          <a:noFill/>
          <a:ln w="0">
            <a:noFill/>
          </a:ln>
        </p:spPr>
        <p:txBody>
          <a:bodyPr lIns="91440" rIns="91440" tIns="45720" bIns="45720" anchor="ctr">
            <a:noAutofit/>
          </a:bodyPr>
          <a:lstStyle>
            <a:lvl1pPr indent="0" algn="r" defTabSz="457200">
              <a:lnSpc>
                <a:spcPct val="100000"/>
              </a:lnSpc>
              <a:buNone/>
              <a:defRPr b="0" lang="en-US" sz="2800" strike="noStrike" u="none" cap="all">
                <a:solidFill>
                  <a:schemeClr val="accent1">
                    <a:lumMod val="50000"/>
                  </a:schemeClr>
                </a:solidFill>
                <a:effectLst/>
                <a:uFillTx/>
                <a:latin typeface="Impact"/>
              </a:defRPr>
            </a:lvl1pPr>
          </a:lstStyle>
          <a:p>
            <a:pPr indent="0" algn="r" defTabSz="457200">
              <a:lnSpc>
                <a:spcPct val="100000"/>
              </a:lnSpc>
              <a:buNone/>
            </a:pPr>
            <a:r>
              <a:rPr b="0" lang="en-US" sz="2800" strike="noStrike" u="none" cap="all">
                <a:solidFill>
                  <a:schemeClr val="accent1">
                    <a:lumMod val="50000"/>
                  </a:schemeClr>
                </a:solidFill>
                <a:effectLst/>
                <a:uFillTx/>
                <a:latin typeface="Impact"/>
              </a:rPr>
              <a:t>&lt;date/time&gt;</a:t>
            </a:r>
            <a:endParaRPr b="0" lang="en-IN" sz="2800" strike="noStrike" u="none">
              <a:solidFill>
                <a:srgbClr val="000000"/>
              </a:solidFill>
              <a:effectLst/>
              <a:uFillTx/>
              <a:latin typeface="Times New Roman"/>
            </a:endParaRPr>
          </a:p>
        </p:txBody>
      </p:sp>
      <p:sp>
        <p:nvSpPr>
          <p:cNvPr id="206" name="PlaceHolder 5"/>
          <p:cNvSpPr>
            <a:spLocks noGrp="1"/>
          </p:cNvSpPr>
          <p:nvPr>
            <p:ph type="ftr" idx="53"/>
          </p:nvPr>
        </p:nvSpPr>
        <p:spPr>
          <a:xfrm>
            <a:off x="514440" y="5757480"/>
            <a:ext cx="4124520" cy="498240"/>
          </a:xfrm>
          <a:prstGeom prst="rect">
            <a:avLst/>
          </a:prstGeom>
          <a:noFill/>
          <a:ln w="0">
            <a:noFill/>
          </a:ln>
        </p:spPr>
        <p:txBody>
          <a:bodyPr lIns="91440" rIns="91440" tIns="45720" bIns="45720" anchor="ctr">
            <a:noAutofit/>
          </a:bodyPr>
          <a:lstStyle>
            <a:lvl1pPr indent="0" algn="ctr">
              <a:buNone/>
              <a:defRPr b="0" lang="en-IN" sz="1400" strike="noStrike" u="none">
                <a:solidFill>
                  <a:srgbClr val="000000"/>
                </a:solidFill>
                <a:effectLst/>
                <a:uFillTx/>
                <a:latin typeface="Times New Roman"/>
              </a:defRPr>
            </a:lvl1pPr>
          </a:lstStyle>
          <a:p>
            <a:pPr indent="0" algn="ctr">
              <a:buNone/>
            </a:pPr>
            <a:r>
              <a:rPr b="0" lang="en-IN" sz="1400" strike="noStrike" u="none">
                <a:solidFill>
                  <a:srgbClr val="000000"/>
                </a:solidFill>
                <a:effectLst/>
                <a:uFillTx/>
                <a:latin typeface="Times New Roman"/>
              </a:rPr>
              <a:t>&lt;footer&gt;</a:t>
            </a:r>
            <a:endParaRPr b="0" lang="en-IN" sz="1400" strike="noStrike" u="none">
              <a:solidFill>
                <a:srgbClr val="000000"/>
              </a:solidFill>
              <a:effectLst/>
              <a:uFillTx/>
              <a:latin typeface="Times New Roman"/>
            </a:endParaRPr>
          </a:p>
        </p:txBody>
      </p:sp>
      <p:sp>
        <p:nvSpPr>
          <p:cNvPr id="207" name="PlaceHolder 6"/>
          <p:cNvSpPr>
            <a:spLocks noGrp="1"/>
          </p:cNvSpPr>
          <p:nvPr>
            <p:ph type="sldNum" idx="54"/>
          </p:nvPr>
        </p:nvSpPr>
        <p:spPr>
          <a:xfrm>
            <a:off x="4715280" y="5757480"/>
            <a:ext cx="680040" cy="498240"/>
          </a:xfrm>
          <a:prstGeom prst="rect">
            <a:avLst/>
          </a:prstGeom>
          <a:noFill/>
          <a:ln w="0">
            <a:noFill/>
          </a:ln>
        </p:spPr>
        <p:txBody>
          <a:bodyPr lIns="91440" rIns="91440" tIns="45720" bIns="45720" anchor="ctr">
            <a:noAutofit/>
          </a:bodyPr>
          <a:lstStyle>
            <a:lvl1pPr indent="0" algn="ctr" defTabSz="457200">
              <a:lnSpc>
                <a:spcPct val="100000"/>
              </a:lnSpc>
              <a:buNone/>
              <a:defRPr b="0" lang="en-US" sz="2800" strike="noStrike" u="none" cap="all">
                <a:solidFill>
                  <a:schemeClr val="accent1">
                    <a:lumMod val="50000"/>
                  </a:schemeClr>
                </a:solidFill>
                <a:effectLst/>
                <a:uFillTx/>
                <a:latin typeface="Impact"/>
              </a:defRPr>
            </a:lvl1pPr>
          </a:lstStyle>
          <a:p>
            <a:pPr indent="0" algn="ctr" defTabSz="457200">
              <a:lnSpc>
                <a:spcPct val="100000"/>
              </a:lnSpc>
              <a:buNone/>
            </a:pPr>
            <a:fld id="{38B2E6C5-ABA1-4274-866B-FBA7E84E34EA}" type="slidenum">
              <a:rPr b="0" lang="en-US" sz="2800" strike="noStrike" u="none" cap="all">
                <a:solidFill>
                  <a:schemeClr val="accent1">
                    <a:lumMod val="50000"/>
                  </a:schemeClr>
                </a:solidFill>
                <a:effectLst/>
                <a:uFillTx/>
                <a:latin typeface="Impact"/>
              </a:rPr>
              <a:t>&lt;number&gt;</a:t>
            </a:fld>
            <a:endParaRPr b="0" lang="en-IN" sz="2800" strike="noStrike" u="non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 Id="rId19" Type="http://schemas.openxmlformats.org/officeDocument/2006/relationships/slideLayout" Target="../slideLayouts/slideLayout18.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6.xml.rels><?xml version="1.0" encoding="UTF-8"?>
<Relationships xmlns="http://schemas.openxmlformats.org/package/2006/relationships"><Relationship Id="rId1" Type="http://schemas.openxmlformats.org/officeDocument/2006/relationships/image" Target="../media/image5.jpeg"/><Relationship Id="rId2" Type="http://schemas.openxmlformats.org/officeDocument/2006/relationships/slideLayout" Target="../slideLayouts/slideLayout10.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10.xml.rels><?xml version="1.0" encoding="UTF-8"?>
<Relationships xmlns="http://schemas.openxmlformats.org/package/2006/relationships"><Relationship Id="rId1" Type="http://schemas.openxmlformats.org/officeDocument/2006/relationships/image" Target="../media/image6.jpeg"/><Relationship Id="rId2" Type="http://schemas.openxmlformats.org/officeDocument/2006/relationships/image" Target="../media/image7.jpeg"/><Relationship Id="rId3" Type="http://schemas.openxmlformats.org/officeDocument/2006/relationships/slideLayout" Target="../slideLayouts/slideLayout10.xml"/>
</Relationships>
</file>

<file path=ppt/slides/_rels/slide11.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9.jpeg"/><Relationship Id="rId3" Type="http://schemas.openxmlformats.org/officeDocument/2006/relationships/image" Target="../media/image10.jpeg"/><Relationship Id="rId4" Type="http://schemas.openxmlformats.org/officeDocument/2006/relationships/image" Target="../media/image11.jpeg"/><Relationship Id="rId5" Type="http://schemas.openxmlformats.org/officeDocument/2006/relationships/slideLayout" Target="../slideLayouts/slideLayout10.xml"/>
</Relationships>
</file>

<file path=ppt/slides/_rels/slide12.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12.jpeg"/><Relationship Id="rId3" Type="http://schemas.openxmlformats.org/officeDocument/2006/relationships/image" Target="../media/image13.jpeg"/><Relationship Id="rId4" Type="http://schemas.openxmlformats.org/officeDocument/2006/relationships/slideLayout" Target="../slideLayouts/slideLayout10.xml"/>
</Relationships>
</file>

<file path=ppt/slides/_rels/slide13.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12.jpeg"/><Relationship Id="rId3" Type="http://schemas.openxmlformats.org/officeDocument/2006/relationships/image" Target="../media/image12.jpeg"/><Relationship Id="rId4" Type="http://schemas.openxmlformats.org/officeDocument/2006/relationships/image" Target="../media/image14.jpeg"/><Relationship Id="rId5" Type="http://schemas.openxmlformats.org/officeDocument/2006/relationships/image" Target="../media/image15.jpeg"/><Relationship Id="rId6" Type="http://schemas.openxmlformats.org/officeDocument/2006/relationships/image" Target="../media/image16.jpeg"/><Relationship Id="rId7" Type="http://schemas.openxmlformats.org/officeDocument/2006/relationships/slideLayout" Target="../slideLayouts/slideLayout10.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16.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12.jpeg"/><Relationship Id="rId3" Type="http://schemas.openxmlformats.org/officeDocument/2006/relationships/image" Target="../media/image12.jpeg"/><Relationship Id="rId4" Type="http://schemas.openxmlformats.org/officeDocument/2006/relationships/image" Target="../media/image17.png"/><Relationship Id="rId5" Type="http://schemas.openxmlformats.org/officeDocument/2006/relationships/image" Target="../media/image18.svg"/><Relationship Id="rId6" Type="http://schemas.openxmlformats.org/officeDocument/2006/relationships/slideLayout" Target="../slideLayouts/slideLayout10.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8" name="PlaceHolder 1"/>
          <p:cNvSpPr>
            <a:spLocks noGrp="1"/>
          </p:cNvSpPr>
          <p:nvPr>
            <p:ph type="title"/>
          </p:nvPr>
        </p:nvSpPr>
        <p:spPr>
          <a:xfrm rot="21420000">
            <a:off x="417600" y="284760"/>
            <a:ext cx="7533000" cy="2254680"/>
          </a:xfrm>
          <a:prstGeom prst="rect">
            <a:avLst/>
          </a:prstGeom>
          <a:noFill/>
          <a:ln w="0">
            <a:noFill/>
          </a:ln>
        </p:spPr>
        <p:txBody>
          <a:bodyPr lIns="91440" rIns="91440" tIns="45720" bIns="45720" anchor="b">
            <a:normAutofit fontScale="92500" lnSpcReduction="9999"/>
          </a:bodyPr>
          <a:p>
            <a:pPr indent="0" algn="r" defTabSz="914400">
              <a:lnSpc>
                <a:spcPct val="90000"/>
              </a:lnSpc>
              <a:buNone/>
            </a:pPr>
            <a:r>
              <a:rPr b="0" lang="en-US" sz="7200" strike="noStrike" u="none" cap="all">
                <a:solidFill>
                  <a:schemeClr val="accent1"/>
                </a:solidFill>
                <a:effectLst/>
                <a:uFillTx/>
                <a:latin typeface="Impact"/>
              </a:rPr>
              <a:t>Secure</a:t>
            </a:r>
            <a:r>
              <a:rPr b="0" lang="en-US" sz="7200" strike="noStrike" u="none" cap="all">
                <a:solidFill>
                  <a:schemeClr val="accent1"/>
                </a:solidFill>
                <a:effectLst/>
                <a:uFillTx/>
                <a:latin typeface="Impact"/>
              </a:rPr>
              <a:t> Vault  Password Manager</a:t>
            </a:r>
            <a:endParaRPr b="0" lang="en-US" sz="7200" strike="noStrike" u="none">
              <a:solidFill>
                <a:schemeClr val="dk1"/>
              </a:solidFill>
              <a:effectLst/>
              <a:uFillTx/>
              <a:latin typeface="Impact"/>
            </a:endParaRPr>
          </a:p>
        </p:txBody>
      </p:sp>
      <p:sp>
        <p:nvSpPr>
          <p:cNvPr id="209" name="PlaceHolder 2"/>
          <p:cNvSpPr>
            <a:spLocks noGrp="1"/>
          </p:cNvSpPr>
          <p:nvPr>
            <p:ph type="subTitle"/>
          </p:nvPr>
        </p:nvSpPr>
        <p:spPr>
          <a:xfrm rot="21420000">
            <a:off x="535680" y="2738160"/>
            <a:ext cx="7511760" cy="1258920"/>
          </a:xfrm>
          <a:prstGeom prst="rect">
            <a:avLst/>
          </a:prstGeom>
          <a:noFill/>
          <a:ln w="0">
            <a:noFill/>
          </a:ln>
        </p:spPr>
        <p:txBody>
          <a:bodyPr lIns="91440" rIns="91440" tIns="45720" bIns="45720" anchor="t">
            <a:noAutofit/>
          </a:bodyPr>
          <a:p>
            <a:pPr indent="0" algn="r" defTabSz="914400">
              <a:lnSpc>
                <a:spcPct val="120000"/>
              </a:lnSpc>
              <a:spcBef>
                <a:spcPts val="1001"/>
              </a:spcBef>
              <a:buNone/>
              <a:tabLst>
                <a:tab algn="l" pos="0"/>
              </a:tabLst>
            </a:pPr>
            <a:r>
              <a:rPr b="0" lang="en-IN" sz="2400" strike="noStrike" u="none" cap="all">
                <a:solidFill>
                  <a:schemeClr val="lt1">
                    <a:lumMod val="50000"/>
                  </a:schemeClr>
                </a:solidFill>
                <a:effectLst/>
                <a:uFillTx/>
                <a:latin typeface="Impact"/>
              </a:rPr>
              <a:t>Presented by:</a:t>
            </a:r>
            <a:endParaRPr b="0" lang="en-IN" sz="2400" strike="noStrike" u="none">
              <a:solidFill>
                <a:srgbClr val="000000"/>
              </a:solidFill>
              <a:effectLst/>
              <a:uFillTx/>
              <a:latin typeface="Arial"/>
            </a:endParaRPr>
          </a:p>
          <a:p>
            <a:pPr indent="0" algn="r" defTabSz="914400">
              <a:lnSpc>
                <a:spcPct val="120000"/>
              </a:lnSpc>
              <a:spcBef>
                <a:spcPts val="1001"/>
              </a:spcBef>
              <a:buNone/>
              <a:tabLst>
                <a:tab algn="l" pos="0"/>
              </a:tabLst>
            </a:pPr>
            <a:r>
              <a:rPr b="0" lang="en-IN" sz="2400" strike="noStrike" u="none" cap="all">
                <a:solidFill>
                  <a:schemeClr val="lt1">
                    <a:lumMod val="50000"/>
                  </a:schemeClr>
                </a:solidFill>
                <a:effectLst/>
                <a:uFillTx/>
                <a:latin typeface="Impact"/>
              </a:rPr>
              <a:t> Abin Shaji Thomas</a:t>
            </a:r>
            <a:r>
              <a:rPr b="0" lang="en-US" sz="2400" strike="noStrike" u="none" cap="all">
                <a:solidFill>
                  <a:schemeClr val="lt1">
                    <a:lumMod val="50000"/>
                  </a:schemeClr>
                </a:solidFill>
                <a:effectLst/>
                <a:uFillTx/>
                <a:latin typeface="Impact"/>
              </a:rPr>
              <a:t> </a:t>
            </a:r>
            <a:endParaRPr b="0" lang="en-IN" sz="2400" strike="noStrike" u="none">
              <a:solidFill>
                <a:srgbClr val="000000"/>
              </a:solidFill>
              <a:effectLst/>
              <a:uFillTx/>
              <a:latin typeface="Arial"/>
            </a:endParaRPr>
          </a:p>
          <a:p>
            <a:pPr indent="0" algn="r" defTabSz="914400">
              <a:lnSpc>
                <a:spcPct val="120000"/>
              </a:lnSpc>
              <a:spcBef>
                <a:spcPts val="1001"/>
              </a:spcBef>
              <a:buNone/>
              <a:tabLst>
                <a:tab algn="l" pos="0"/>
              </a:tabLst>
            </a:pPr>
            <a:endParaRPr b="0" lang="en-IN"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0" name="PlaceHolder 1"/>
          <p:cNvSpPr>
            <a:spLocks noGrp="1"/>
          </p:cNvSpPr>
          <p:nvPr>
            <p:ph type="title"/>
          </p:nvPr>
        </p:nvSpPr>
        <p:spPr>
          <a:xfrm>
            <a:off x="514440" y="685800"/>
            <a:ext cx="7797240" cy="1151640"/>
          </a:xfrm>
          <a:prstGeom prst="rect">
            <a:avLst/>
          </a:prstGeom>
          <a:noFill/>
          <a:ln w="0">
            <a:noFill/>
          </a:ln>
        </p:spPr>
        <p:txBody>
          <a:bodyPr lIns="91440" rIns="91440" tIns="45720" bIns="45720" anchor="ctr">
            <a:noAutofit/>
          </a:bodyPr>
          <a:p>
            <a:pPr indent="0" defTabSz="914400">
              <a:lnSpc>
                <a:spcPct val="90000"/>
              </a:lnSpc>
              <a:buNone/>
            </a:pPr>
            <a:r>
              <a:rPr b="0" lang="en-US" sz="4400" strike="noStrike" u="none" cap="all">
                <a:solidFill>
                  <a:schemeClr val="accent1"/>
                </a:solidFill>
                <a:effectLst/>
                <a:uFillTx/>
                <a:latin typeface="Impact"/>
              </a:rPr>
              <a:t>Abstract</a:t>
            </a:r>
            <a:endParaRPr b="0" lang="en-US" sz="4400" strike="noStrike" u="none">
              <a:solidFill>
                <a:schemeClr val="dk1"/>
              </a:solidFill>
              <a:effectLst/>
              <a:uFillTx/>
              <a:latin typeface="Impact"/>
            </a:endParaRPr>
          </a:p>
        </p:txBody>
      </p:sp>
      <p:sp>
        <p:nvSpPr>
          <p:cNvPr id="211" name="PlaceHolder 2"/>
          <p:cNvSpPr>
            <a:spLocks noGrp="1"/>
          </p:cNvSpPr>
          <p:nvPr>
            <p:ph/>
          </p:nvPr>
        </p:nvSpPr>
        <p:spPr>
          <a:xfrm>
            <a:off x="514440" y="2063520"/>
            <a:ext cx="7797240" cy="3310920"/>
          </a:xfrm>
          <a:prstGeom prst="rect">
            <a:avLst/>
          </a:prstGeom>
          <a:noFill/>
          <a:ln w="0">
            <a:noFill/>
          </a:ln>
        </p:spPr>
        <p:txBody>
          <a:bodyPr lIns="91440" rIns="91440" tIns="45720" bIns="45720" anchor="ctr">
            <a:noAutofit/>
          </a:bodyPr>
          <a:p>
            <a:pPr marL="228600" indent="-228600" defTabSz="914400">
              <a:lnSpc>
                <a:spcPct val="120000"/>
              </a:lnSpc>
              <a:spcBef>
                <a:spcPts val="1001"/>
              </a:spcBef>
              <a:buClr>
                <a:srgbClr val="b80e0f"/>
              </a:buClr>
              <a:buSzPct val="160000"/>
              <a:buFont typeface="Arial"/>
              <a:buChar char="•"/>
            </a:pPr>
            <a:r>
              <a:rPr b="0" lang="en-US" sz="2000" strike="noStrike" u="none" cap="all">
                <a:solidFill>
                  <a:schemeClr val="dk1"/>
                </a:solidFill>
                <a:effectLst/>
                <a:uFillTx/>
                <a:latin typeface="Impact"/>
              </a:rPr>
              <a:t>SecureVault is a Java + SQLite based password manager. It securely stores login credentials, implements SHA-256 hashing with unique salt for authentication, provides a password generator and password strength checker.</a:t>
            </a:r>
            <a:endParaRPr b="0" lang="en-US" sz="2000" strike="noStrike" u="none" cap="all">
              <a:solidFill>
                <a:schemeClr val="dk1"/>
              </a:solidFill>
              <a:effectLst/>
              <a:uFillTx/>
              <a:latin typeface="Impact"/>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2" name="PlaceHolder 1"/>
          <p:cNvSpPr>
            <a:spLocks noGrp="1"/>
          </p:cNvSpPr>
          <p:nvPr>
            <p:ph type="title"/>
          </p:nvPr>
        </p:nvSpPr>
        <p:spPr>
          <a:xfrm>
            <a:off x="514440" y="685800"/>
            <a:ext cx="7797240" cy="1151640"/>
          </a:xfrm>
          <a:prstGeom prst="rect">
            <a:avLst/>
          </a:prstGeom>
          <a:noFill/>
          <a:ln w="0">
            <a:noFill/>
          </a:ln>
        </p:spPr>
        <p:txBody>
          <a:bodyPr lIns="91440" rIns="91440" tIns="45720" bIns="45720" anchor="ctr">
            <a:noAutofit/>
          </a:bodyPr>
          <a:p>
            <a:pPr indent="0" defTabSz="914400">
              <a:lnSpc>
                <a:spcPct val="90000"/>
              </a:lnSpc>
              <a:buNone/>
            </a:pPr>
            <a:r>
              <a:rPr b="0" lang="en-US" sz="4400" strike="noStrike" u="none" cap="all">
                <a:solidFill>
                  <a:schemeClr val="accent1"/>
                </a:solidFill>
                <a:effectLst/>
                <a:uFillTx/>
                <a:latin typeface="Impact"/>
              </a:rPr>
              <a:t>Problem Statement</a:t>
            </a:r>
            <a:endParaRPr b="0" lang="en-US" sz="4400" strike="noStrike" u="none">
              <a:solidFill>
                <a:schemeClr val="dk1"/>
              </a:solidFill>
              <a:effectLst/>
              <a:uFillTx/>
              <a:latin typeface="Impact"/>
            </a:endParaRPr>
          </a:p>
        </p:txBody>
      </p:sp>
      <p:sp>
        <p:nvSpPr>
          <p:cNvPr id="213" name="PlaceHolder 2"/>
          <p:cNvSpPr>
            <a:spLocks noGrp="1"/>
          </p:cNvSpPr>
          <p:nvPr>
            <p:ph/>
          </p:nvPr>
        </p:nvSpPr>
        <p:spPr>
          <a:xfrm>
            <a:off x="514440" y="2063520"/>
            <a:ext cx="7797240" cy="3310920"/>
          </a:xfrm>
          <a:prstGeom prst="rect">
            <a:avLst/>
          </a:prstGeom>
          <a:noFill/>
          <a:ln w="0">
            <a:noFill/>
          </a:ln>
        </p:spPr>
        <p:txBody>
          <a:bodyPr lIns="91440" rIns="91440" tIns="45720" bIns="45720" anchor="ctr">
            <a:noAutofit/>
          </a:bodyPr>
          <a:p>
            <a:pPr marL="228600" indent="-228600" defTabSz="914400">
              <a:lnSpc>
                <a:spcPct val="120000"/>
              </a:lnSpc>
              <a:spcBef>
                <a:spcPts val="1001"/>
              </a:spcBef>
              <a:buClr>
                <a:srgbClr val="b80e0f"/>
              </a:buClr>
              <a:buSzPct val="160000"/>
              <a:buFont typeface="Arial"/>
              <a:buChar char="•"/>
            </a:pPr>
            <a:r>
              <a:rPr b="0" lang="en-US" sz="2000" strike="noStrike" u="none" cap="all">
                <a:solidFill>
                  <a:schemeClr val="dk1"/>
                </a:solidFill>
                <a:effectLst/>
                <a:uFillTx/>
                <a:latin typeface="Impact"/>
              </a:rPr>
              <a:t>Users reuse weak passwords and often store them in insecure formats such as text files or browser autofill. This leads to unauthorized access and data breaches. SecureVault solves this problem by offering offline, secure credential storage.</a:t>
            </a:r>
            <a:endParaRPr b="0" lang="en-US" sz="2000" strike="noStrike" u="none" cap="all">
              <a:solidFill>
                <a:schemeClr val="dk1"/>
              </a:solidFill>
              <a:effectLst/>
              <a:uFillTx/>
              <a:latin typeface="Impact"/>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4" name="PlaceHolder 1"/>
          <p:cNvSpPr>
            <a:spLocks noGrp="1"/>
          </p:cNvSpPr>
          <p:nvPr>
            <p:ph type="title"/>
          </p:nvPr>
        </p:nvSpPr>
        <p:spPr>
          <a:xfrm>
            <a:off x="514440" y="685800"/>
            <a:ext cx="7797240" cy="1151640"/>
          </a:xfrm>
          <a:prstGeom prst="rect">
            <a:avLst/>
          </a:prstGeom>
          <a:noFill/>
          <a:ln w="0">
            <a:noFill/>
          </a:ln>
        </p:spPr>
        <p:txBody>
          <a:bodyPr lIns="91440" rIns="91440" tIns="45720" bIns="45720" anchor="ctr">
            <a:noAutofit/>
          </a:bodyPr>
          <a:p>
            <a:pPr indent="0" defTabSz="914400">
              <a:lnSpc>
                <a:spcPct val="90000"/>
              </a:lnSpc>
              <a:buNone/>
            </a:pPr>
            <a:r>
              <a:rPr b="0" lang="en-US" sz="4400" strike="noStrike" u="none" cap="all">
                <a:solidFill>
                  <a:schemeClr val="accent1"/>
                </a:solidFill>
                <a:effectLst/>
                <a:uFillTx/>
                <a:latin typeface="Impact"/>
              </a:rPr>
              <a:t>Objectives</a:t>
            </a:r>
            <a:endParaRPr b="0" lang="en-US" sz="4400" strike="noStrike" u="none">
              <a:solidFill>
                <a:schemeClr val="dk1"/>
              </a:solidFill>
              <a:effectLst/>
              <a:uFillTx/>
              <a:latin typeface="Impact"/>
            </a:endParaRPr>
          </a:p>
        </p:txBody>
      </p:sp>
      <p:sp>
        <p:nvSpPr>
          <p:cNvPr id="215" name="PlaceHolder 2"/>
          <p:cNvSpPr>
            <a:spLocks noGrp="1"/>
          </p:cNvSpPr>
          <p:nvPr>
            <p:ph/>
          </p:nvPr>
        </p:nvSpPr>
        <p:spPr>
          <a:xfrm>
            <a:off x="514440" y="2063520"/>
            <a:ext cx="7797240" cy="3310920"/>
          </a:xfrm>
          <a:prstGeom prst="rect">
            <a:avLst/>
          </a:prstGeom>
          <a:noFill/>
          <a:ln w="0">
            <a:noFill/>
          </a:ln>
        </p:spPr>
        <p:txBody>
          <a:bodyPr lIns="91440" rIns="91440" tIns="45720" bIns="45720" anchor="ctr">
            <a:noAutofit/>
          </a:bodyPr>
          <a:p>
            <a:pPr marL="228600" indent="-228600" defTabSz="914400">
              <a:lnSpc>
                <a:spcPct val="120000"/>
              </a:lnSpc>
              <a:spcBef>
                <a:spcPts val="1001"/>
              </a:spcBef>
              <a:buClr>
                <a:srgbClr val="b80e0f"/>
              </a:buClr>
              <a:buSzPct val="160000"/>
              <a:buFont typeface="Arial"/>
              <a:buChar char="•"/>
            </a:pPr>
            <a:r>
              <a:rPr b="0" lang="en-US" sz="2000" strike="noStrike" u="none" cap="all">
                <a:solidFill>
                  <a:schemeClr val="dk1"/>
                </a:solidFill>
                <a:effectLst/>
                <a:uFillTx/>
                <a:latin typeface="Impact"/>
              </a:rPr>
              <a:t>→ Secure storage of credentials</a:t>
            </a:r>
            <a:endParaRPr b="0" lang="en-US" sz="2000" strike="noStrike" u="none" cap="all">
              <a:solidFill>
                <a:schemeClr val="dk1"/>
              </a:solidFill>
              <a:effectLst/>
              <a:uFillTx/>
              <a:latin typeface="Impact"/>
            </a:endParaRPr>
          </a:p>
          <a:p>
            <a:pPr marL="228600" indent="-228600" defTabSz="914400">
              <a:lnSpc>
                <a:spcPct val="120000"/>
              </a:lnSpc>
              <a:spcBef>
                <a:spcPts val="1001"/>
              </a:spcBef>
              <a:buClr>
                <a:srgbClr val="b80e0f"/>
              </a:buClr>
              <a:buSzPct val="160000"/>
              <a:buFont typeface="Arial"/>
              <a:buChar char="•"/>
            </a:pPr>
            <a:r>
              <a:rPr b="0" lang="en-US" sz="2000" strike="noStrike" u="none" cap="all">
                <a:solidFill>
                  <a:schemeClr val="dk1"/>
                </a:solidFill>
                <a:effectLst/>
                <a:uFillTx/>
                <a:latin typeface="Impact"/>
              </a:rPr>
              <a:t>→ SHA-256 + Salt based authentication</a:t>
            </a:r>
            <a:endParaRPr b="0" lang="en-US" sz="2000" strike="noStrike" u="none" cap="all">
              <a:solidFill>
                <a:schemeClr val="dk1"/>
              </a:solidFill>
              <a:effectLst/>
              <a:uFillTx/>
              <a:latin typeface="Impact"/>
            </a:endParaRPr>
          </a:p>
          <a:p>
            <a:pPr marL="228600" indent="-228600" defTabSz="914400">
              <a:lnSpc>
                <a:spcPct val="120000"/>
              </a:lnSpc>
              <a:spcBef>
                <a:spcPts val="1001"/>
              </a:spcBef>
              <a:buClr>
                <a:srgbClr val="b80e0f"/>
              </a:buClr>
              <a:buSzPct val="160000"/>
              <a:buFont typeface="Arial"/>
              <a:buChar char="•"/>
            </a:pPr>
            <a:r>
              <a:rPr b="0" lang="en-US" sz="2000" strike="noStrike" u="none" cap="all">
                <a:solidFill>
                  <a:schemeClr val="dk1"/>
                </a:solidFill>
                <a:effectLst/>
                <a:uFillTx/>
                <a:latin typeface="Impact"/>
              </a:rPr>
              <a:t>→ Password generator</a:t>
            </a:r>
            <a:endParaRPr b="0" lang="en-US" sz="2000" strike="noStrike" u="none" cap="all">
              <a:solidFill>
                <a:schemeClr val="dk1"/>
              </a:solidFill>
              <a:effectLst/>
              <a:uFillTx/>
              <a:latin typeface="Impact"/>
            </a:endParaRPr>
          </a:p>
          <a:p>
            <a:pPr marL="228600" indent="-228600" defTabSz="914400">
              <a:lnSpc>
                <a:spcPct val="120000"/>
              </a:lnSpc>
              <a:spcBef>
                <a:spcPts val="1001"/>
              </a:spcBef>
              <a:buClr>
                <a:srgbClr val="b80e0f"/>
              </a:buClr>
              <a:buSzPct val="160000"/>
              <a:buFont typeface="Arial"/>
              <a:buChar char="•"/>
            </a:pPr>
            <a:r>
              <a:rPr b="0" lang="en-US" sz="2000" strike="noStrike" u="none" cap="all">
                <a:solidFill>
                  <a:schemeClr val="dk1"/>
                </a:solidFill>
                <a:effectLst/>
                <a:uFillTx/>
                <a:latin typeface="Impact"/>
              </a:rPr>
              <a:t>→ Password strength analyzer</a:t>
            </a:r>
            <a:endParaRPr b="0" lang="en-US" sz="2000" strike="noStrike" u="none" cap="all">
              <a:solidFill>
                <a:schemeClr val="dk1"/>
              </a:solidFill>
              <a:effectLst/>
              <a:uFillTx/>
              <a:latin typeface="Impact"/>
            </a:endParaRPr>
          </a:p>
          <a:p>
            <a:pPr marL="228600" indent="-228600" defTabSz="914400">
              <a:lnSpc>
                <a:spcPct val="120000"/>
              </a:lnSpc>
              <a:spcBef>
                <a:spcPts val="1001"/>
              </a:spcBef>
              <a:buClr>
                <a:srgbClr val="b80e0f"/>
              </a:buClr>
              <a:buSzPct val="160000"/>
              <a:buFont typeface="Arial"/>
              <a:buChar char="•"/>
            </a:pPr>
            <a:r>
              <a:rPr b="0" lang="en-US" sz="2000" strike="noStrike" u="none" cap="all">
                <a:solidFill>
                  <a:schemeClr val="dk1"/>
                </a:solidFill>
                <a:effectLst/>
                <a:uFillTx/>
                <a:latin typeface="Impact"/>
              </a:rPr>
              <a:t>→ User-friendly GUI using Swing</a:t>
            </a:r>
            <a:endParaRPr b="0" lang="en-US" sz="2000" strike="noStrike" u="none" cap="all">
              <a:solidFill>
                <a:schemeClr val="dk1"/>
              </a:solidFill>
              <a:effectLst/>
              <a:uFillTx/>
              <a:latin typeface="Impact"/>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6" name="PlaceHolder 1"/>
          <p:cNvSpPr>
            <a:spLocks noGrp="1"/>
          </p:cNvSpPr>
          <p:nvPr>
            <p:ph type="title"/>
          </p:nvPr>
        </p:nvSpPr>
        <p:spPr>
          <a:xfrm>
            <a:off x="514440" y="685800"/>
            <a:ext cx="7797240" cy="1151640"/>
          </a:xfrm>
          <a:prstGeom prst="rect">
            <a:avLst/>
          </a:prstGeom>
          <a:noFill/>
          <a:ln w="0">
            <a:noFill/>
          </a:ln>
        </p:spPr>
        <p:txBody>
          <a:bodyPr lIns="91440" rIns="91440" tIns="45720" bIns="45720" anchor="ctr">
            <a:noAutofit/>
          </a:bodyPr>
          <a:p>
            <a:pPr indent="0" defTabSz="914400">
              <a:lnSpc>
                <a:spcPct val="90000"/>
              </a:lnSpc>
              <a:buNone/>
            </a:pPr>
            <a:r>
              <a:rPr b="0" lang="en-US" sz="4400" strike="noStrike" u="none" cap="all">
                <a:solidFill>
                  <a:schemeClr val="accent1"/>
                </a:solidFill>
                <a:effectLst/>
                <a:uFillTx/>
                <a:latin typeface="Impact"/>
              </a:rPr>
              <a:t>Methodology</a:t>
            </a:r>
            <a:endParaRPr b="0" lang="en-US" sz="4400" strike="noStrike" u="none">
              <a:solidFill>
                <a:schemeClr val="dk1"/>
              </a:solidFill>
              <a:effectLst/>
              <a:uFillTx/>
              <a:latin typeface="Impact"/>
            </a:endParaRPr>
          </a:p>
        </p:txBody>
      </p:sp>
      <p:sp>
        <p:nvSpPr>
          <p:cNvPr id="217" name="PlaceHolder 2"/>
          <p:cNvSpPr>
            <a:spLocks noGrp="1"/>
          </p:cNvSpPr>
          <p:nvPr>
            <p:ph/>
          </p:nvPr>
        </p:nvSpPr>
        <p:spPr>
          <a:xfrm>
            <a:off x="514440" y="2063520"/>
            <a:ext cx="7797240" cy="3310920"/>
          </a:xfrm>
          <a:prstGeom prst="rect">
            <a:avLst/>
          </a:prstGeom>
          <a:noFill/>
          <a:ln w="0">
            <a:noFill/>
          </a:ln>
        </p:spPr>
        <p:txBody>
          <a:bodyPr lIns="91440" rIns="91440" tIns="45720" bIns="45720" anchor="ctr">
            <a:noAutofit/>
          </a:bodyPr>
          <a:p>
            <a:pPr marL="228600" indent="-228600" defTabSz="914400">
              <a:lnSpc>
                <a:spcPct val="120000"/>
              </a:lnSpc>
              <a:spcBef>
                <a:spcPts val="1001"/>
              </a:spcBef>
              <a:buClr>
                <a:srgbClr val="b80e0f"/>
              </a:buClr>
              <a:buSzPct val="160000"/>
              <a:buFont typeface="Arial"/>
              <a:buChar char="•"/>
            </a:pPr>
            <a:r>
              <a:rPr b="0" lang="en-US" sz="2000" strike="noStrike" u="none" cap="all">
                <a:solidFill>
                  <a:schemeClr val="dk1"/>
                </a:solidFill>
                <a:effectLst/>
                <a:uFillTx/>
                <a:latin typeface="Impact"/>
              </a:rPr>
              <a:t>Requirement Analysis → System Design → Implementation → Testing</a:t>
            </a:r>
            <a:endParaRPr b="0" lang="en-US" sz="2000" strike="noStrike" u="none" cap="all">
              <a:solidFill>
                <a:schemeClr val="dk1"/>
              </a:solidFill>
              <a:effectLst/>
              <a:uFillTx/>
              <a:latin typeface="Impact"/>
            </a:endParaRPr>
          </a:p>
          <a:p>
            <a:pPr indent="0" defTabSz="914400">
              <a:lnSpc>
                <a:spcPct val="120000"/>
              </a:lnSpc>
              <a:spcBef>
                <a:spcPts val="1001"/>
              </a:spcBef>
              <a:buNone/>
            </a:pPr>
            <a:endParaRPr b="0" lang="en-US" sz="2000" strike="noStrike" u="none" cap="all">
              <a:solidFill>
                <a:schemeClr val="dk1"/>
              </a:solidFill>
              <a:effectLst/>
              <a:uFillTx/>
              <a:latin typeface="Impact"/>
            </a:endParaRPr>
          </a:p>
          <a:p>
            <a:pPr marL="228600" indent="-228600" defTabSz="914400">
              <a:lnSpc>
                <a:spcPct val="120000"/>
              </a:lnSpc>
              <a:spcBef>
                <a:spcPts val="1001"/>
              </a:spcBef>
              <a:buClr>
                <a:srgbClr val="b80e0f"/>
              </a:buClr>
              <a:buSzPct val="160000"/>
              <a:buFont typeface="Arial"/>
              <a:buChar char="•"/>
            </a:pPr>
            <a:r>
              <a:rPr b="0" lang="en-US" sz="2000" strike="noStrike" u="none" cap="all">
                <a:solidFill>
                  <a:schemeClr val="dk1"/>
                </a:solidFill>
                <a:effectLst/>
                <a:uFillTx/>
                <a:latin typeface="Impact"/>
              </a:rPr>
              <a:t>Java Swing (UI Layer)</a:t>
            </a:r>
            <a:endParaRPr b="0" lang="en-US" sz="2000" strike="noStrike" u="none" cap="all">
              <a:solidFill>
                <a:schemeClr val="dk1"/>
              </a:solidFill>
              <a:effectLst/>
              <a:uFillTx/>
              <a:latin typeface="Impact"/>
            </a:endParaRPr>
          </a:p>
          <a:p>
            <a:pPr marL="228600" indent="-228600" defTabSz="914400">
              <a:lnSpc>
                <a:spcPct val="120000"/>
              </a:lnSpc>
              <a:spcBef>
                <a:spcPts val="1001"/>
              </a:spcBef>
              <a:buClr>
                <a:srgbClr val="b80e0f"/>
              </a:buClr>
              <a:buSzPct val="160000"/>
              <a:buFont typeface="Arial"/>
              <a:buChar char="•"/>
            </a:pPr>
            <a:r>
              <a:rPr b="0" lang="en-US" sz="2000" strike="noStrike" u="none" cap="all">
                <a:solidFill>
                  <a:schemeClr val="dk1"/>
                </a:solidFill>
                <a:effectLst/>
                <a:uFillTx/>
                <a:latin typeface="Impact"/>
              </a:rPr>
              <a:t>Application Logic Layer (Authentication, CRUD)</a:t>
            </a:r>
            <a:endParaRPr b="0" lang="en-US" sz="2000" strike="noStrike" u="none" cap="all">
              <a:solidFill>
                <a:schemeClr val="dk1"/>
              </a:solidFill>
              <a:effectLst/>
              <a:uFillTx/>
              <a:latin typeface="Impact"/>
            </a:endParaRPr>
          </a:p>
          <a:p>
            <a:pPr marL="228600" indent="-228600" defTabSz="914400">
              <a:lnSpc>
                <a:spcPct val="120000"/>
              </a:lnSpc>
              <a:spcBef>
                <a:spcPts val="1001"/>
              </a:spcBef>
              <a:buClr>
                <a:srgbClr val="b80e0f"/>
              </a:buClr>
              <a:buSzPct val="160000"/>
              <a:buFont typeface="Arial"/>
              <a:buChar char="•"/>
            </a:pPr>
            <a:r>
              <a:rPr b="0" lang="en-US" sz="2000" strike="noStrike" u="none" cap="all">
                <a:solidFill>
                  <a:schemeClr val="dk1"/>
                </a:solidFill>
                <a:effectLst/>
                <a:uFillTx/>
                <a:latin typeface="Impact"/>
              </a:rPr>
              <a:t>SQLite DB (Persistent Storage)</a:t>
            </a:r>
            <a:endParaRPr b="0" lang="en-US" sz="2000" strike="noStrike" u="none" cap="all">
              <a:solidFill>
                <a:schemeClr val="dk1"/>
              </a:solidFill>
              <a:effectLst/>
              <a:uFillTx/>
              <a:latin typeface="Impact"/>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8" name="PlaceHolder 1"/>
          <p:cNvSpPr>
            <a:spLocks noGrp="1"/>
          </p:cNvSpPr>
          <p:nvPr>
            <p:ph type="title"/>
          </p:nvPr>
        </p:nvSpPr>
        <p:spPr>
          <a:xfrm>
            <a:off x="514440" y="272880"/>
            <a:ext cx="7797240" cy="1151640"/>
          </a:xfrm>
          <a:prstGeom prst="rect">
            <a:avLst/>
          </a:prstGeom>
          <a:noFill/>
          <a:ln w="0">
            <a:noFill/>
          </a:ln>
        </p:spPr>
        <p:txBody>
          <a:bodyPr lIns="91440" rIns="91440" tIns="45720" bIns="45720" anchor="ctr">
            <a:noAutofit/>
          </a:bodyPr>
          <a:p>
            <a:pPr indent="0" defTabSz="914400">
              <a:lnSpc>
                <a:spcPct val="90000"/>
              </a:lnSpc>
              <a:buNone/>
            </a:pPr>
            <a:r>
              <a:rPr b="0" lang="en-US" sz="4400" strike="noStrike" u="none" cap="all">
                <a:solidFill>
                  <a:schemeClr val="accent1"/>
                </a:solidFill>
                <a:effectLst/>
                <a:uFillTx/>
                <a:latin typeface="Impact"/>
              </a:rPr>
              <a:t>Architecture Diagram</a:t>
            </a:r>
            <a:endParaRPr b="0" lang="en-US" sz="4400" strike="noStrike" u="none">
              <a:solidFill>
                <a:schemeClr val="dk1"/>
              </a:solidFill>
              <a:effectLst/>
              <a:uFillTx/>
              <a:latin typeface="Impact"/>
            </a:endParaRPr>
          </a:p>
        </p:txBody>
      </p:sp>
      <p:pic>
        <p:nvPicPr>
          <p:cNvPr id="219" name="Content Placeholder 8" descr="A diagram of a computer security system&#10;&#10;AI-generated content may be incorrect."/>
          <p:cNvPicPr/>
          <p:nvPr/>
        </p:nvPicPr>
        <p:blipFill>
          <a:blip r:embed="rId1"/>
          <a:stretch/>
        </p:blipFill>
        <p:spPr>
          <a:xfrm>
            <a:off x="2193480" y="1286640"/>
            <a:ext cx="4153320" cy="4153320"/>
          </a:xfrm>
          <a:prstGeom prst="rect">
            <a:avLst/>
          </a:prstGeom>
          <a:noFill/>
          <a:ln w="0">
            <a:noFill/>
          </a:ln>
        </p:spPr>
      </p:pic>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0" name="PlaceHolder 1"/>
          <p:cNvSpPr>
            <a:spLocks noGrp="1"/>
          </p:cNvSpPr>
          <p:nvPr>
            <p:ph type="title"/>
          </p:nvPr>
        </p:nvSpPr>
        <p:spPr>
          <a:xfrm>
            <a:off x="177120" y="16920"/>
            <a:ext cx="7797240" cy="1151640"/>
          </a:xfrm>
          <a:prstGeom prst="rect">
            <a:avLst/>
          </a:prstGeom>
          <a:noFill/>
          <a:ln w="0">
            <a:noFill/>
          </a:ln>
        </p:spPr>
        <p:txBody>
          <a:bodyPr lIns="91440" rIns="91440" tIns="45720" bIns="45720" anchor="ctr">
            <a:noAutofit/>
          </a:bodyPr>
          <a:p>
            <a:pPr indent="0" defTabSz="914400">
              <a:lnSpc>
                <a:spcPct val="90000"/>
              </a:lnSpc>
              <a:buNone/>
            </a:pPr>
            <a:r>
              <a:rPr b="0" lang="en-US" sz="4400" strike="noStrike" u="none" cap="all">
                <a:solidFill>
                  <a:schemeClr val="accent1"/>
                </a:solidFill>
                <a:effectLst/>
                <a:uFillTx/>
                <a:latin typeface="Impact"/>
              </a:rPr>
              <a:t>CONCEPTS APPLIED</a:t>
            </a:r>
            <a:endParaRPr b="0" lang="en-US" sz="4400" strike="noStrike" u="none">
              <a:solidFill>
                <a:schemeClr val="dk1"/>
              </a:solidFill>
              <a:effectLst/>
              <a:uFillTx/>
              <a:latin typeface="Impact"/>
            </a:endParaRPr>
          </a:p>
        </p:txBody>
      </p:sp>
      <p:sp>
        <p:nvSpPr>
          <p:cNvPr id="221" name="PlaceHolder 2"/>
          <p:cNvSpPr>
            <a:spLocks noGrp="1"/>
          </p:cNvSpPr>
          <p:nvPr>
            <p:ph/>
          </p:nvPr>
        </p:nvSpPr>
        <p:spPr>
          <a:xfrm>
            <a:off x="0" y="825840"/>
            <a:ext cx="8740440" cy="5023800"/>
          </a:xfrm>
          <a:prstGeom prst="rect">
            <a:avLst/>
          </a:prstGeom>
          <a:noFill/>
          <a:ln w="0">
            <a:noFill/>
          </a:ln>
        </p:spPr>
        <p:txBody>
          <a:bodyPr lIns="91440" rIns="91440" tIns="45720" bIns="45720" anchor="ctr">
            <a:noAutofit/>
          </a:bodyPr>
          <a:p>
            <a:pPr marL="228600" indent="-228600" defTabSz="914400">
              <a:lnSpc>
                <a:spcPct val="120000"/>
              </a:lnSpc>
              <a:spcBef>
                <a:spcPts val="1001"/>
              </a:spcBef>
              <a:buClr>
                <a:srgbClr val="b80e0f"/>
              </a:buClr>
              <a:buSzPct val="160000"/>
              <a:buFont typeface="Arial"/>
              <a:buChar char="•"/>
            </a:pPr>
            <a:r>
              <a:rPr b="0" lang="en-IN" sz="1400" strike="noStrike" u="none" cap="all">
                <a:solidFill>
                  <a:schemeClr val="dk1"/>
                </a:solidFill>
                <a:effectLst/>
                <a:uFillTx/>
                <a:latin typeface="Impact"/>
              </a:rPr>
              <a:t>Object-Oriented Programming (OOP)</a:t>
            </a:r>
            <a:endParaRPr b="0" lang="en-US" sz="1400" strike="noStrike" u="none" cap="all">
              <a:solidFill>
                <a:schemeClr val="dk1"/>
              </a:solidFill>
              <a:effectLst/>
              <a:uFillTx/>
              <a:latin typeface="Impact"/>
            </a:endParaRPr>
          </a:p>
          <a:p>
            <a:pPr marL="457200" indent="0" defTabSz="914400">
              <a:lnSpc>
                <a:spcPct val="120000"/>
              </a:lnSpc>
              <a:spcBef>
                <a:spcPts val="499"/>
              </a:spcBef>
              <a:buNone/>
              <a:tabLst>
                <a:tab algn="l" pos="0"/>
              </a:tabLst>
            </a:pPr>
            <a:r>
              <a:rPr b="0" lang="en-IN" sz="1400" strike="noStrike" u="none" cap="all">
                <a:solidFill>
                  <a:schemeClr val="dk1"/>
                </a:solidFill>
                <a:effectLst/>
                <a:uFillTx/>
                <a:latin typeface="Impact"/>
              </a:rPr>
              <a:t>Classes like UserManager, Database, CredentialDialog, and StrengthChecker demonstrate encapsulation and modular design.</a:t>
            </a:r>
            <a:endParaRPr b="0" lang="en-US" sz="1400" strike="noStrike" u="none" cap="all">
              <a:solidFill>
                <a:schemeClr val="dk1"/>
              </a:solidFill>
              <a:effectLst/>
              <a:uFillTx/>
              <a:latin typeface="Impact"/>
            </a:endParaRPr>
          </a:p>
          <a:p>
            <a:pPr marL="228600" indent="-228600" defTabSz="914400">
              <a:lnSpc>
                <a:spcPct val="120000"/>
              </a:lnSpc>
              <a:spcBef>
                <a:spcPts val="1001"/>
              </a:spcBef>
              <a:buClr>
                <a:srgbClr val="b80e0f"/>
              </a:buClr>
              <a:buSzPct val="160000"/>
              <a:buFont typeface="Arial"/>
              <a:buChar char="•"/>
              <a:tabLst>
                <a:tab algn="l" pos="0"/>
              </a:tabLst>
            </a:pPr>
            <a:r>
              <a:rPr b="0" lang="en-IN" sz="1400" strike="noStrike" u="none" cap="all">
                <a:solidFill>
                  <a:schemeClr val="dk1"/>
                </a:solidFill>
                <a:effectLst/>
                <a:uFillTx/>
                <a:latin typeface="Impact"/>
              </a:rPr>
              <a:t>Graphical User Interface (GUI)</a:t>
            </a:r>
            <a:endParaRPr b="0" lang="en-US" sz="1400" strike="noStrike" u="none" cap="all">
              <a:solidFill>
                <a:schemeClr val="dk1"/>
              </a:solidFill>
              <a:effectLst/>
              <a:uFillTx/>
              <a:latin typeface="Impact"/>
            </a:endParaRPr>
          </a:p>
          <a:p>
            <a:pPr marL="457200" indent="0" defTabSz="914400">
              <a:lnSpc>
                <a:spcPct val="120000"/>
              </a:lnSpc>
              <a:spcBef>
                <a:spcPts val="499"/>
              </a:spcBef>
              <a:buNone/>
              <a:tabLst>
                <a:tab algn="l" pos="0"/>
              </a:tabLst>
            </a:pPr>
            <a:r>
              <a:rPr b="0" lang="en-IN" sz="1400" strike="noStrike" u="none" cap="all">
                <a:solidFill>
                  <a:schemeClr val="dk1"/>
                </a:solidFill>
                <a:effectLst/>
                <a:uFillTx/>
                <a:latin typeface="Impact"/>
              </a:rPr>
              <a:t> DesignBuilt using Java Swing components (JFrame, JPanel, JTextField, JTable, etc.) with layout managers for form-based UI.</a:t>
            </a:r>
            <a:endParaRPr b="0" lang="en-US" sz="1400" strike="noStrike" u="none" cap="all">
              <a:solidFill>
                <a:schemeClr val="dk1"/>
              </a:solidFill>
              <a:effectLst/>
              <a:uFillTx/>
              <a:latin typeface="Impact"/>
            </a:endParaRPr>
          </a:p>
          <a:p>
            <a:pPr marL="228600" indent="-228600" defTabSz="914400">
              <a:lnSpc>
                <a:spcPct val="120000"/>
              </a:lnSpc>
              <a:spcBef>
                <a:spcPts val="1001"/>
              </a:spcBef>
              <a:buClr>
                <a:srgbClr val="b80e0f"/>
              </a:buClr>
              <a:buSzPct val="160000"/>
              <a:buFont typeface="Arial"/>
              <a:buChar char="•"/>
              <a:tabLst>
                <a:tab algn="l" pos="0"/>
              </a:tabLst>
            </a:pPr>
            <a:r>
              <a:rPr b="0" lang="en-US" sz="1400" strike="noStrike" u="none" cap="all">
                <a:solidFill>
                  <a:schemeClr val="dk1"/>
                </a:solidFill>
                <a:effectLst/>
                <a:uFillTx/>
                <a:latin typeface="Impact"/>
              </a:rPr>
              <a:t>Database Integration (SQLite + JDBC)</a:t>
            </a:r>
            <a:endParaRPr b="0" lang="en-US" sz="1400" strike="noStrike" u="none" cap="all">
              <a:solidFill>
                <a:schemeClr val="dk1"/>
              </a:solidFill>
              <a:effectLst/>
              <a:uFillTx/>
              <a:latin typeface="Impact"/>
            </a:endParaRPr>
          </a:p>
          <a:p>
            <a:pPr marL="457200" indent="0" defTabSz="914400">
              <a:lnSpc>
                <a:spcPct val="120000"/>
              </a:lnSpc>
              <a:spcBef>
                <a:spcPts val="499"/>
              </a:spcBef>
              <a:buNone/>
              <a:tabLst>
                <a:tab algn="l" pos="0"/>
              </a:tabLst>
            </a:pPr>
            <a:r>
              <a:rPr b="0" lang="en-US" sz="1400" strike="noStrike" u="none" cap="all">
                <a:solidFill>
                  <a:schemeClr val="dk1"/>
                </a:solidFill>
                <a:effectLst/>
                <a:uFillTx/>
                <a:latin typeface="Impact"/>
              </a:rPr>
              <a:t>Application interacts with SQLite database using JDBC; credentials are stored permanently.</a:t>
            </a:r>
            <a:endParaRPr b="0" lang="en-US" sz="1400" strike="noStrike" u="none" cap="all">
              <a:solidFill>
                <a:schemeClr val="dk1"/>
              </a:solidFill>
              <a:effectLst/>
              <a:uFillTx/>
              <a:latin typeface="Impact"/>
            </a:endParaRPr>
          </a:p>
          <a:p>
            <a:pPr marL="228600" indent="-228600" defTabSz="914400">
              <a:lnSpc>
                <a:spcPct val="120000"/>
              </a:lnSpc>
              <a:spcBef>
                <a:spcPts val="1001"/>
              </a:spcBef>
              <a:buClr>
                <a:srgbClr val="b80e0f"/>
              </a:buClr>
              <a:buSzPct val="160000"/>
              <a:buFont typeface="Arial"/>
              <a:buChar char="•"/>
              <a:tabLst>
                <a:tab algn="l" pos="0"/>
              </a:tabLst>
            </a:pPr>
            <a:r>
              <a:rPr b="0" lang="en-US" sz="1400" strike="noStrike" u="none" cap="all">
                <a:solidFill>
                  <a:schemeClr val="dk1"/>
                </a:solidFill>
                <a:effectLst/>
                <a:uFillTx/>
                <a:latin typeface="Impact"/>
              </a:rPr>
              <a:t>Security Concepts</a:t>
            </a:r>
            <a:endParaRPr b="0" lang="en-US" sz="1400" strike="noStrike" u="none" cap="all">
              <a:solidFill>
                <a:schemeClr val="dk1"/>
              </a:solidFill>
              <a:effectLst/>
              <a:uFillTx/>
              <a:latin typeface="Impact"/>
            </a:endParaRPr>
          </a:p>
          <a:p>
            <a:pPr marL="457200" indent="0" defTabSz="914400">
              <a:lnSpc>
                <a:spcPct val="120000"/>
              </a:lnSpc>
              <a:spcBef>
                <a:spcPts val="499"/>
              </a:spcBef>
              <a:buNone/>
              <a:tabLst>
                <a:tab algn="l" pos="0"/>
              </a:tabLst>
            </a:pPr>
            <a:r>
              <a:rPr b="0" lang="en-US" sz="1400" strike="noStrike" u="none" cap="all">
                <a:solidFill>
                  <a:schemeClr val="dk1"/>
                </a:solidFill>
                <a:effectLst/>
                <a:uFillTx/>
                <a:latin typeface="Impact"/>
              </a:rPr>
              <a:t>Password hashing with SHA-256 + salt, password strength analysis, SecureRandom password generation.</a:t>
            </a:r>
            <a:endParaRPr b="0" lang="en-US" sz="1400" strike="noStrike" u="none" cap="all">
              <a:solidFill>
                <a:schemeClr val="dk1"/>
              </a:solidFill>
              <a:effectLst/>
              <a:uFillTx/>
              <a:latin typeface="Impact"/>
            </a:endParaRPr>
          </a:p>
          <a:p>
            <a:pPr marL="228600" indent="-228600" defTabSz="914400">
              <a:lnSpc>
                <a:spcPct val="120000"/>
              </a:lnSpc>
              <a:spcBef>
                <a:spcPts val="1001"/>
              </a:spcBef>
              <a:buClr>
                <a:srgbClr val="b80e0f"/>
              </a:buClr>
              <a:buSzPct val="160000"/>
              <a:buFont typeface="Arial"/>
              <a:buChar char="•"/>
              <a:tabLst>
                <a:tab algn="l" pos="0"/>
              </a:tabLst>
            </a:pPr>
            <a:r>
              <a:rPr b="0" lang="en-US" sz="1400" strike="noStrike" u="none" cap="all">
                <a:solidFill>
                  <a:schemeClr val="dk1"/>
                </a:solidFill>
                <a:effectLst/>
                <a:uFillTx/>
                <a:latin typeface="Impact"/>
              </a:rPr>
              <a:t>Exception Handling</a:t>
            </a:r>
            <a:endParaRPr b="0" lang="en-US" sz="1400" strike="noStrike" u="none" cap="all">
              <a:solidFill>
                <a:schemeClr val="dk1"/>
              </a:solidFill>
              <a:effectLst/>
              <a:uFillTx/>
              <a:latin typeface="Impact"/>
            </a:endParaRPr>
          </a:p>
          <a:p>
            <a:pPr marL="457200" indent="0" defTabSz="914400">
              <a:lnSpc>
                <a:spcPct val="120000"/>
              </a:lnSpc>
              <a:spcBef>
                <a:spcPts val="499"/>
              </a:spcBef>
              <a:buNone/>
              <a:tabLst>
                <a:tab algn="l" pos="0"/>
              </a:tabLst>
            </a:pPr>
            <a:r>
              <a:rPr b="0" lang="en-US" sz="1400" strike="noStrike" u="none" cap="all">
                <a:solidFill>
                  <a:schemeClr val="dk1"/>
                </a:solidFill>
                <a:effectLst/>
                <a:uFillTx/>
                <a:latin typeface="Impact"/>
              </a:rPr>
              <a:t>Used to avoid crashes while dealing with database connections, invalid input, and runtime errors.</a:t>
            </a:r>
            <a:endParaRPr b="0" lang="en-US" sz="1400" strike="noStrike" u="none" cap="all">
              <a:solidFill>
                <a:schemeClr val="dk1"/>
              </a:solidFill>
              <a:effectLst/>
              <a:uFillTx/>
              <a:latin typeface="Impact"/>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2" name="PlaceHolder 1"/>
          <p:cNvSpPr>
            <a:spLocks noGrp="1"/>
          </p:cNvSpPr>
          <p:nvPr>
            <p:ph type="title"/>
          </p:nvPr>
        </p:nvSpPr>
        <p:spPr>
          <a:xfrm>
            <a:off x="177120" y="16920"/>
            <a:ext cx="7797240" cy="1151640"/>
          </a:xfrm>
          <a:prstGeom prst="rect">
            <a:avLst/>
          </a:prstGeom>
          <a:noFill/>
          <a:ln w="0">
            <a:noFill/>
          </a:ln>
        </p:spPr>
        <p:txBody>
          <a:bodyPr lIns="91440" rIns="91440" tIns="45720" bIns="45720" anchor="ctr">
            <a:noAutofit/>
          </a:bodyPr>
          <a:p>
            <a:pPr indent="0" defTabSz="914400">
              <a:lnSpc>
                <a:spcPct val="90000"/>
              </a:lnSpc>
              <a:buNone/>
            </a:pPr>
            <a:r>
              <a:rPr b="0" lang="en-IN" sz="4400" strike="noStrike" u="none" cap="all">
                <a:solidFill>
                  <a:schemeClr val="accent1"/>
                </a:solidFill>
                <a:effectLst/>
                <a:uFillTx/>
                <a:latin typeface="Impact"/>
              </a:rPr>
              <a:t>Technologies Used</a:t>
            </a:r>
            <a:endParaRPr b="0" lang="en-US" sz="4400" strike="noStrike" u="none">
              <a:solidFill>
                <a:schemeClr val="dk1"/>
              </a:solidFill>
              <a:effectLst/>
              <a:uFillTx/>
              <a:latin typeface="Impact"/>
            </a:endParaRPr>
          </a:p>
        </p:txBody>
      </p:sp>
      <p:graphicFrame>
        <p:nvGraphicFramePr>
          <p:cNvPr id="223" name="Table 4"/>
          <p:cNvGraphicFramePr/>
          <p:nvPr/>
        </p:nvGraphicFramePr>
        <p:xfrm>
          <a:off x="177120" y="1022400"/>
          <a:ext cx="8327520" cy="4582800"/>
        </p:xfrm>
        <a:graphic>
          <a:graphicData uri="http://schemas.openxmlformats.org/drawingml/2006/table">
            <a:tbl>
              <a:tblPr/>
              <a:tblGrid>
                <a:gridCol w="2182320"/>
                <a:gridCol w="2534400"/>
                <a:gridCol w="3610440"/>
              </a:tblGrid>
              <a:tr h="412920">
                <a:tc>
                  <a:txBody>
                    <a:bodyPr anchor="ctr">
                      <a:noAutofit/>
                    </a:bodyPr>
                    <a:p>
                      <a:pPr defTabSz="914400">
                        <a:lnSpc>
                          <a:spcPct val="100000"/>
                        </a:lnSpc>
                      </a:pPr>
                      <a:r>
                        <a:rPr b="1" lang="en-IN" sz="1800" strike="noStrike" u="none">
                          <a:solidFill>
                            <a:schemeClr val="lt1"/>
                          </a:solidFill>
                          <a:effectLst/>
                          <a:uFillTx/>
                          <a:latin typeface="Alasassy Caps"/>
                        </a:rPr>
                        <a:t>Technology / Tool</a:t>
                      </a:r>
                      <a:endParaRPr b="0" lang="en-IN" sz="1800" strike="noStrike" u="none">
                        <a:solidFill>
                          <a:srgbClr val="ffffff"/>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anchor="t">
                      <a:noAutofit/>
                    </a:bodyPr>
                    <a:p>
                      <a:pPr defTabSz="914400">
                        <a:lnSpc>
                          <a:spcPct val="100000"/>
                        </a:lnSpc>
                      </a:pPr>
                      <a:r>
                        <a:rPr b="1" lang="en-IN" sz="1800" strike="noStrike" u="none">
                          <a:solidFill>
                            <a:schemeClr val="lt1"/>
                          </a:solidFill>
                          <a:effectLst/>
                          <a:uFillTx/>
                          <a:latin typeface="Alasassy Caps"/>
                        </a:rPr>
                        <a:t>Purpose</a:t>
                      </a:r>
                      <a:endParaRPr b="0" lang="en-IN" sz="1800" strike="noStrike" u="non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anchor="t">
                      <a:noAutofit/>
                    </a:bodyPr>
                    <a:p>
                      <a:pPr defTabSz="914400">
                        <a:lnSpc>
                          <a:spcPct val="100000"/>
                        </a:lnSpc>
                      </a:pPr>
                      <a:r>
                        <a:rPr b="1" lang="en-IN" sz="1800" strike="noStrike" u="none">
                          <a:solidFill>
                            <a:schemeClr val="lt1"/>
                          </a:solidFill>
                          <a:effectLst/>
                          <a:uFillTx/>
                          <a:latin typeface="Alasassy Caps"/>
                        </a:rPr>
                        <a:t>Why Used</a:t>
                      </a:r>
                      <a:endParaRPr b="0" lang="en-IN" sz="1800" strike="noStrike" u="non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r>
              <a:tr h="1018080">
                <a:tc>
                  <a:txBody>
                    <a:bodyPr anchor="t">
                      <a:noAutofit/>
                    </a:bodyPr>
                    <a:p>
                      <a:pPr defTabSz="914400">
                        <a:lnSpc>
                          <a:spcPct val="100000"/>
                        </a:lnSpc>
                      </a:pPr>
                      <a:r>
                        <a:rPr b="0" lang="en-IN" sz="1800" strike="noStrike" u="none">
                          <a:solidFill>
                            <a:schemeClr val="dk1"/>
                          </a:solidFill>
                          <a:effectLst/>
                          <a:uFillTx/>
                          <a:latin typeface="Impact"/>
                        </a:rPr>
                        <a:t>Java (JDK 17+)</a:t>
                      </a:r>
                      <a:endParaRPr b="0" lang="en-IN" sz="1800" strike="noStrike" u="non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b="0" lang="en-IN" sz="1800" strike="noStrike" u="none">
                          <a:solidFill>
                            <a:schemeClr val="dk1"/>
                          </a:solidFill>
                          <a:effectLst/>
                          <a:uFillTx/>
                          <a:latin typeface="Impact"/>
                        </a:rPr>
                        <a:t>Programming language</a:t>
                      </a:r>
                      <a:endParaRPr b="0" lang="en-IN" sz="1800" strike="noStrike" u="non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b="0" lang="en-US" sz="1800" strike="noStrike" u="none">
                          <a:solidFill>
                            <a:schemeClr val="dk1"/>
                          </a:solidFill>
                          <a:effectLst/>
                          <a:uFillTx/>
                          <a:latin typeface="Impact"/>
                        </a:rPr>
                        <a:t>Platform independent, strong OOP support, rich Swing GUI library.</a:t>
                      </a:r>
                      <a:endParaRPr b="0" lang="en-IN" sz="1800" strike="noStrike" u="non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412920">
                <a:tc>
                  <a:txBody>
                    <a:bodyPr anchor="t">
                      <a:noAutofit/>
                    </a:bodyPr>
                    <a:p>
                      <a:pPr defTabSz="914400">
                        <a:lnSpc>
                          <a:spcPct val="100000"/>
                        </a:lnSpc>
                      </a:pPr>
                      <a:r>
                        <a:rPr b="0" lang="en-IN" sz="1800" strike="noStrike" u="none">
                          <a:solidFill>
                            <a:schemeClr val="dk1"/>
                          </a:solidFill>
                          <a:effectLst/>
                          <a:uFillTx/>
                          <a:latin typeface="Impact"/>
                        </a:rPr>
                        <a:t>Java Swing</a:t>
                      </a:r>
                      <a:endParaRPr b="0" lang="en-IN" sz="1800" strike="noStrike" u="non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ctr">
                      <a:noAutofit/>
                    </a:bodyPr>
                    <a:p>
                      <a:pPr defTabSz="914400">
                        <a:lnSpc>
                          <a:spcPct val="100000"/>
                        </a:lnSpc>
                      </a:pPr>
                      <a:r>
                        <a:rPr b="0" lang="en-IN" sz="1800" strike="noStrike" u="none">
                          <a:solidFill>
                            <a:schemeClr val="dk1"/>
                          </a:solidFill>
                          <a:effectLst/>
                          <a:uFillTx/>
                          <a:latin typeface="Impact"/>
                        </a:rPr>
                        <a:t>GUI framework</a:t>
                      </a:r>
                      <a:endParaRPr b="0" lang="en-IN" sz="1800" strike="noStrike" u="non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b="0" lang="en-US" sz="1800" strike="noStrike" u="none">
                          <a:solidFill>
                            <a:schemeClr val="dk1"/>
                          </a:solidFill>
                          <a:effectLst/>
                          <a:uFillTx/>
                          <a:latin typeface="Impact"/>
                        </a:rPr>
                        <a:t>Desktop UI</a:t>
                      </a:r>
                      <a:endParaRPr b="0" lang="en-IN" sz="1800" strike="noStrike" u="non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r h="412920">
                <a:tc>
                  <a:txBody>
                    <a:bodyPr anchor="t">
                      <a:noAutofit/>
                    </a:bodyPr>
                    <a:p>
                      <a:pPr defTabSz="914400">
                        <a:lnSpc>
                          <a:spcPct val="100000"/>
                        </a:lnSpc>
                      </a:pPr>
                      <a:r>
                        <a:rPr b="0" lang="en-IN" sz="1800" strike="noStrike" u="none">
                          <a:solidFill>
                            <a:schemeClr val="dk1"/>
                          </a:solidFill>
                          <a:effectLst/>
                          <a:uFillTx/>
                          <a:latin typeface="Impact"/>
                        </a:rPr>
                        <a:t>SQLite Database</a:t>
                      </a:r>
                      <a:endParaRPr b="0" lang="en-IN" sz="1800" strike="noStrike" u="non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b="0" lang="en-IN" sz="1800" strike="noStrike" u="none">
                          <a:solidFill>
                            <a:schemeClr val="dk1"/>
                          </a:solidFill>
                          <a:effectLst/>
                          <a:uFillTx/>
                          <a:latin typeface="Impact"/>
                        </a:rPr>
                        <a:t>Credential storage</a:t>
                      </a:r>
                      <a:endParaRPr b="0" lang="en-IN" sz="1800" strike="noStrike" u="non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b="0" lang="en-IN" sz="1800" strike="noStrike" u="none">
                          <a:solidFill>
                            <a:schemeClr val="dk1"/>
                          </a:solidFill>
                          <a:effectLst/>
                          <a:uFillTx/>
                          <a:latin typeface="Impact"/>
                        </a:rPr>
                        <a:t>Lightweight, file-based</a:t>
                      </a:r>
                      <a:endParaRPr b="0" lang="en-IN" sz="1800" strike="noStrike" u="non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705600">
                <a:tc>
                  <a:txBody>
                    <a:bodyPr anchor="t">
                      <a:noAutofit/>
                    </a:bodyPr>
                    <a:p>
                      <a:pPr defTabSz="914400">
                        <a:lnSpc>
                          <a:spcPct val="100000"/>
                        </a:lnSpc>
                      </a:pPr>
                      <a:r>
                        <a:rPr b="0" lang="en-IN" sz="1800" strike="noStrike" u="none">
                          <a:solidFill>
                            <a:schemeClr val="dk1"/>
                          </a:solidFill>
                          <a:effectLst/>
                          <a:uFillTx/>
                          <a:latin typeface="Impact"/>
                        </a:rPr>
                        <a:t>JDBC (sqlite-jdbc.jar)</a:t>
                      </a:r>
                      <a:endParaRPr b="0" lang="en-IN" sz="1800" strike="noStrike" u="non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b="0" lang="en-IN" sz="1800" strike="noStrike" u="none">
                          <a:solidFill>
                            <a:schemeClr val="dk1"/>
                          </a:solidFill>
                          <a:effectLst/>
                          <a:uFillTx/>
                          <a:latin typeface="Impact"/>
                        </a:rPr>
                        <a:t>Database connectivity layer</a:t>
                      </a:r>
                      <a:endParaRPr b="0" lang="en-IN" sz="1800" strike="noStrike" u="non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b="0" lang="en-US" sz="1800" strike="noStrike" u="none">
                          <a:solidFill>
                            <a:schemeClr val="dk1"/>
                          </a:solidFill>
                          <a:effectLst/>
                          <a:uFillTx/>
                          <a:latin typeface="Impact"/>
                        </a:rPr>
                        <a:t>To connect and execute SQl queries</a:t>
                      </a:r>
                      <a:endParaRPr b="0" lang="en-IN" sz="1800" strike="noStrike" u="non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r h="705600">
                <a:tc>
                  <a:txBody>
                    <a:bodyPr anchor="t">
                      <a:noAutofit/>
                    </a:bodyPr>
                    <a:p>
                      <a:pPr defTabSz="914400">
                        <a:lnSpc>
                          <a:spcPct val="100000"/>
                        </a:lnSpc>
                      </a:pPr>
                      <a:r>
                        <a:rPr b="0" lang="en-IN" sz="1800" strike="noStrike" u="none">
                          <a:solidFill>
                            <a:schemeClr val="dk1"/>
                          </a:solidFill>
                          <a:effectLst/>
                          <a:uFillTx/>
                          <a:latin typeface="Impact"/>
                        </a:rPr>
                        <a:t>SecureRandom (Java security package)</a:t>
                      </a:r>
                      <a:endParaRPr b="0" lang="en-IN" sz="1800" strike="noStrike" u="non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b="0" lang="en-IN" sz="1800" strike="noStrike" u="none">
                          <a:solidFill>
                            <a:schemeClr val="dk1"/>
                          </a:solidFill>
                          <a:effectLst/>
                          <a:uFillTx/>
                          <a:latin typeface="Impact"/>
                        </a:rPr>
                        <a:t>Password generation </a:t>
                      </a:r>
                      <a:endParaRPr b="0" lang="en-IN" sz="1800" strike="noStrike" u="non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b="0" lang="en-US" sz="1800" strike="noStrike" u="none">
                          <a:solidFill>
                            <a:schemeClr val="dk1"/>
                          </a:solidFill>
                          <a:effectLst/>
                          <a:uFillTx/>
                          <a:latin typeface="Impact"/>
                        </a:rPr>
                        <a:t>Generates Strong Secure Passwords</a:t>
                      </a:r>
                      <a:endParaRPr b="0" lang="en-IN" sz="1800" strike="noStrike" u="non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705600">
                <a:tc>
                  <a:txBody>
                    <a:bodyPr anchor="t">
                      <a:noAutofit/>
                    </a:bodyPr>
                    <a:p>
                      <a:pPr defTabSz="914400">
                        <a:lnSpc>
                          <a:spcPct val="100000"/>
                        </a:lnSpc>
                      </a:pPr>
                      <a:r>
                        <a:rPr b="0" lang="en-IN" sz="1800" strike="noStrike" u="none">
                          <a:solidFill>
                            <a:schemeClr val="dk1"/>
                          </a:solidFill>
                          <a:effectLst/>
                          <a:uFillTx/>
                          <a:latin typeface="Impact"/>
                        </a:rPr>
                        <a:t>SHA-256 hashing + Salt</a:t>
                      </a:r>
                      <a:endParaRPr b="0" lang="en-IN" sz="1800" strike="noStrike" u="non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b="0" lang="en-IN" sz="1800" strike="noStrike" u="none">
                          <a:solidFill>
                            <a:schemeClr val="dk1"/>
                          </a:solidFill>
                          <a:effectLst/>
                          <a:uFillTx/>
                          <a:latin typeface="Impact"/>
                        </a:rPr>
                        <a:t>Secure authentication</a:t>
                      </a:r>
                      <a:endParaRPr b="0" lang="en-IN" sz="1800" strike="noStrike" u="non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b="0" lang="en-US" sz="1800" strike="noStrike" u="none">
                          <a:solidFill>
                            <a:schemeClr val="dk1"/>
                          </a:solidFill>
                          <a:effectLst/>
                          <a:uFillTx/>
                          <a:latin typeface="Impact"/>
                        </a:rPr>
                        <a:t>Protects Passwords </a:t>
                      </a:r>
                      <a:endParaRPr b="0" lang="en-IN" sz="1800" strike="noStrike" u="non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bl>
          </a:graphicData>
        </a:graphic>
      </p:graphicFrame>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4" name="PlaceHolder 1"/>
          <p:cNvSpPr>
            <a:spLocks noGrp="1"/>
          </p:cNvSpPr>
          <p:nvPr>
            <p:ph type="title"/>
          </p:nvPr>
        </p:nvSpPr>
        <p:spPr>
          <a:xfrm>
            <a:off x="177120" y="16920"/>
            <a:ext cx="7797240" cy="1151640"/>
          </a:xfrm>
          <a:prstGeom prst="rect">
            <a:avLst/>
          </a:prstGeom>
          <a:noFill/>
          <a:ln w="0">
            <a:noFill/>
          </a:ln>
        </p:spPr>
        <p:txBody>
          <a:bodyPr lIns="91440" rIns="91440" tIns="45720" bIns="45720" anchor="ctr">
            <a:noAutofit/>
          </a:bodyPr>
          <a:p>
            <a:pPr indent="0" defTabSz="914400">
              <a:lnSpc>
                <a:spcPct val="90000"/>
              </a:lnSpc>
              <a:buNone/>
            </a:pPr>
            <a:r>
              <a:rPr b="0" lang="en-IN" sz="4400" strike="noStrike" u="none" cap="all">
                <a:solidFill>
                  <a:schemeClr val="accent1"/>
                </a:solidFill>
                <a:effectLst/>
                <a:uFillTx/>
                <a:latin typeface="Impact"/>
              </a:rPr>
              <a:t>Core Modules</a:t>
            </a:r>
            <a:endParaRPr b="0" lang="en-US" sz="4400" strike="noStrike" u="none">
              <a:solidFill>
                <a:schemeClr val="dk1"/>
              </a:solidFill>
              <a:effectLst/>
              <a:uFillTx/>
              <a:latin typeface="Impact"/>
            </a:endParaRPr>
          </a:p>
        </p:txBody>
      </p:sp>
      <p:graphicFrame>
        <p:nvGraphicFramePr>
          <p:cNvPr id="225" name="Table 4"/>
          <p:cNvGraphicFramePr/>
          <p:nvPr/>
        </p:nvGraphicFramePr>
        <p:xfrm>
          <a:off x="88560" y="924120"/>
          <a:ext cx="8583120" cy="4823640"/>
        </p:xfrm>
        <a:graphic>
          <a:graphicData uri="http://schemas.openxmlformats.org/drawingml/2006/table">
            <a:tbl>
              <a:tblPr/>
              <a:tblGrid>
                <a:gridCol w="3810240"/>
                <a:gridCol w="4772880"/>
              </a:tblGrid>
              <a:tr h="341640">
                <a:tc>
                  <a:txBody>
                    <a:bodyPr anchor="ctr">
                      <a:noAutofit/>
                    </a:bodyPr>
                    <a:p>
                      <a:pPr defTabSz="914400">
                        <a:lnSpc>
                          <a:spcPct val="100000"/>
                        </a:lnSpc>
                      </a:pPr>
                      <a:r>
                        <a:rPr b="1" lang="en-US" sz="1800" strike="noStrike" u="none">
                          <a:solidFill>
                            <a:schemeClr val="lt1"/>
                          </a:solidFill>
                          <a:effectLst/>
                          <a:uFillTx/>
                          <a:latin typeface="Alasassy Caps"/>
                        </a:rPr>
                        <a:t>M</a:t>
                      </a:r>
                      <a:r>
                        <a:rPr b="1" lang="en-IN" sz="1800" strike="noStrike" u="none">
                          <a:solidFill>
                            <a:schemeClr val="lt1"/>
                          </a:solidFill>
                          <a:effectLst/>
                          <a:uFillTx/>
                          <a:latin typeface="Alasassy Caps"/>
                        </a:rPr>
                        <a:t>odule</a:t>
                      </a:r>
                      <a:endParaRPr b="0" lang="en-IN" sz="1800" strike="noStrike" u="none">
                        <a:solidFill>
                          <a:srgbClr val="ffffff"/>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anchor="t">
                      <a:noAutofit/>
                    </a:bodyPr>
                    <a:p>
                      <a:pPr defTabSz="914400">
                        <a:lnSpc>
                          <a:spcPct val="100000"/>
                        </a:lnSpc>
                      </a:pPr>
                      <a:r>
                        <a:rPr b="1" lang="en-US" sz="1800" strike="noStrike" u="none">
                          <a:solidFill>
                            <a:schemeClr val="lt1"/>
                          </a:solidFill>
                          <a:effectLst/>
                          <a:uFillTx/>
                          <a:latin typeface="Alasassy Caps"/>
                        </a:rPr>
                        <a:t>Description</a:t>
                      </a:r>
                      <a:endParaRPr b="0" lang="en-IN" sz="1800" strike="noStrike" u="non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r>
              <a:tr h="842040">
                <a:tc>
                  <a:txBody>
                    <a:bodyPr anchor="t">
                      <a:noAutofit/>
                    </a:bodyPr>
                    <a:p>
                      <a:pPr defTabSz="914400">
                        <a:lnSpc>
                          <a:spcPct val="100000"/>
                        </a:lnSpc>
                      </a:pPr>
                      <a:r>
                        <a:rPr b="0" lang="en-IN" sz="1800" strike="noStrike" u="none">
                          <a:solidFill>
                            <a:schemeClr val="dk1"/>
                          </a:solidFill>
                          <a:effectLst/>
                          <a:uFillTx/>
                          <a:latin typeface="Impact"/>
                        </a:rPr>
                        <a:t>User Authentication Module</a:t>
                      </a:r>
                      <a:endParaRPr b="0" lang="en-IN" sz="1800" strike="noStrike" u="non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b="0" lang="en-US" sz="1800" strike="noStrike" u="none">
                          <a:solidFill>
                            <a:schemeClr val="dk1"/>
                          </a:solidFill>
                          <a:effectLst/>
                          <a:uFillTx/>
                          <a:latin typeface="Impact"/>
                        </a:rPr>
                        <a:t>Uses SHA-256 + unique salt to authenticate users securely without storing the password in plain text.</a:t>
                      </a:r>
                      <a:endParaRPr b="0" lang="en-IN" sz="1800" strike="noStrike" u="non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730080">
                <a:tc>
                  <a:txBody>
                    <a:bodyPr anchor="t">
                      <a:noAutofit/>
                    </a:bodyPr>
                    <a:p>
                      <a:pPr defTabSz="914400">
                        <a:lnSpc>
                          <a:spcPct val="100000"/>
                        </a:lnSpc>
                      </a:pPr>
                      <a:r>
                        <a:rPr b="0" lang="en-IN" sz="1800" strike="noStrike" u="none">
                          <a:solidFill>
                            <a:schemeClr val="dk1"/>
                          </a:solidFill>
                          <a:effectLst/>
                          <a:uFillTx/>
                          <a:latin typeface="Impact"/>
                        </a:rPr>
                        <a:t>Credential Manager Module (CRUD)</a:t>
                      </a:r>
                      <a:endParaRPr b="0" lang="en-IN" sz="1800" strike="noStrike" u="non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ctr">
                      <a:noAutofit/>
                    </a:bodyPr>
                    <a:p>
                      <a:pPr defTabSz="914400">
                        <a:lnSpc>
                          <a:spcPct val="100000"/>
                        </a:lnSpc>
                      </a:pPr>
                      <a:r>
                        <a:rPr b="0" lang="en-US" sz="1800" strike="noStrike" u="none">
                          <a:solidFill>
                            <a:schemeClr val="dk1"/>
                          </a:solidFill>
                          <a:effectLst/>
                          <a:uFillTx/>
                          <a:latin typeface="Impact"/>
                        </a:rPr>
                        <a:t>Allows adding, editing, deleting, and viewing stored credentials from the SQLite database.</a:t>
                      </a:r>
                      <a:endParaRPr b="0" lang="en-IN" sz="1800" strike="noStrike" u="non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r h="948960">
                <a:tc>
                  <a:txBody>
                    <a:bodyPr anchor="t">
                      <a:noAutofit/>
                    </a:bodyPr>
                    <a:p>
                      <a:pPr defTabSz="914400">
                        <a:lnSpc>
                          <a:spcPct val="100000"/>
                        </a:lnSpc>
                      </a:pPr>
                      <a:r>
                        <a:rPr b="0" lang="en-IN" sz="1800" strike="noStrike" u="none">
                          <a:solidFill>
                            <a:schemeClr val="dk1"/>
                          </a:solidFill>
                          <a:effectLst/>
                          <a:uFillTx/>
                          <a:latin typeface="Impact"/>
                        </a:rPr>
                        <a:t>Password Generator Module</a:t>
                      </a:r>
                      <a:endParaRPr b="0" lang="en-IN" sz="1800" strike="noStrike" u="non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b="0" lang="en-US" sz="1800" strike="noStrike" u="none">
                          <a:solidFill>
                            <a:schemeClr val="dk1"/>
                          </a:solidFill>
                          <a:effectLst/>
                          <a:uFillTx/>
                          <a:latin typeface="Impact"/>
                        </a:rPr>
                        <a:t>Generates strong random passwords using SecureRandom with customizable rules (length, characters, symbols).</a:t>
                      </a:r>
                      <a:endParaRPr b="0" lang="en-IN" sz="1800" strike="noStrike" u="non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948960">
                <a:tc>
                  <a:txBody>
                    <a:bodyPr anchor="t">
                      <a:noAutofit/>
                    </a:bodyPr>
                    <a:p>
                      <a:pPr defTabSz="914400">
                        <a:lnSpc>
                          <a:spcPct val="100000"/>
                        </a:lnSpc>
                      </a:pPr>
                      <a:r>
                        <a:rPr b="0" lang="en-IN" sz="1800" strike="noStrike" u="none">
                          <a:solidFill>
                            <a:schemeClr val="dk1"/>
                          </a:solidFill>
                          <a:effectLst/>
                          <a:uFillTx/>
                          <a:latin typeface="Impact"/>
                        </a:rPr>
                        <a:t>Password Strength Analyzer Module</a:t>
                      </a:r>
                      <a:endParaRPr b="0" lang="en-IN" sz="1800" strike="noStrike" u="non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b="0" lang="en-US" sz="1800" strike="noStrike" u="none">
                          <a:solidFill>
                            <a:schemeClr val="dk1"/>
                          </a:solidFill>
                          <a:effectLst/>
                          <a:uFillTx/>
                          <a:latin typeface="Impact"/>
                        </a:rPr>
                        <a:t>Analyzes password strength dynamically while typing and displays visual indicator (weak/medium/strong).</a:t>
                      </a:r>
                      <a:endParaRPr b="0" lang="en-IN" sz="1800" strike="noStrike" u="non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r h="730080">
                <a:tc>
                  <a:txBody>
                    <a:bodyPr anchor="t">
                      <a:noAutofit/>
                    </a:bodyPr>
                    <a:p>
                      <a:pPr defTabSz="914400">
                        <a:lnSpc>
                          <a:spcPct val="100000"/>
                        </a:lnSpc>
                      </a:pPr>
                      <a:r>
                        <a:rPr b="0" lang="en-IN" sz="1800" strike="noStrike" u="none">
                          <a:solidFill>
                            <a:schemeClr val="dk1"/>
                          </a:solidFill>
                          <a:effectLst/>
                          <a:uFillTx/>
                          <a:latin typeface="Impact"/>
                        </a:rPr>
                        <a:t>Clipboard Copy + GUI Interaction Module</a:t>
                      </a:r>
                      <a:endParaRPr b="0" lang="en-IN" sz="1800" strike="noStrike" u="non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b="0" lang="en-US" sz="1800" strike="noStrike" u="none">
                          <a:solidFill>
                            <a:schemeClr val="dk1"/>
                          </a:solidFill>
                          <a:effectLst/>
                          <a:uFillTx/>
                          <a:latin typeface="Impact"/>
                        </a:rPr>
                        <a:t>Allows copying username/password securely using right-click context actions.</a:t>
                      </a:r>
                      <a:endParaRPr b="0" lang="en-IN" sz="1800" strike="noStrike" u="non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bl>
          </a:graphicData>
        </a:graphic>
      </p:graphicFrame>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6" name="PlaceHolder 1"/>
          <p:cNvSpPr>
            <a:spLocks noGrp="1"/>
          </p:cNvSpPr>
          <p:nvPr>
            <p:ph type="title"/>
          </p:nvPr>
        </p:nvSpPr>
        <p:spPr>
          <a:xfrm>
            <a:off x="514440" y="331560"/>
            <a:ext cx="7797240" cy="1151640"/>
          </a:xfrm>
          <a:prstGeom prst="rect">
            <a:avLst/>
          </a:prstGeom>
          <a:noFill/>
          <a:ln w="0">
            <a:noFill/>
          </a:ln>
        </p:spPr>
        <p:txBody>
          <a:bodyPr lIns="91440" rIns="91440" tIns="45720" bIns="45720" anchor="ctr">
            <a:noAutofit/>
          </a:bodyPr>
          <a:p>
            <a:pPr indent="0" defTabSz="914400">
              <a:lnSpc>
                <a:spcPct val="90000"/>
              </a:lnSpc>
              <a:buNone/>
            </a:pPr>
            <a:r>
              <a:rPr b="0" lang="en-US" sz="4400" strike="noStrike" u="none" cap="all">
                <a:solidFill>
                  <a:schemeClr val="accent1"/>
                </a:solidFill>
                <a:effectLst/>
                <a:uFillTx/>
                <a:latin typeface="Impact"/>
              </a:rPr>
              <a:t>Coding Implementation</a:t>
            </a:r>
            <a:endParaRPr b="0" lang="en-US" sz="4400" strike="noStrike" u="none">
              <a:solidFill>
                <a:schemeClr val="dk1"/>
              </a:solidFill>
              <a:effectLst/>
              <a:uFillTx/>
              <a:latin typeface="Impact"/>
            </a:endParaRPr>
          </a:p>
        </p:txBody>
      </p:sp>
      <p:pic>
        <p:nvPicPr>
          <p:cNvPr id="227" name="Content Placeholder 4" descr="A screenshot of a computer code&#10;&#10;AI-generated content may be incorrect."/>
          <p:cNvPicPr/>
          <p:nvPr/>
        </p:nvPicPr>
        <p:blipFill>
          <a:blip r:embed="rId1"/>
          <a:stretch/>
        </p:blipFill>
        <p:spPr>
          <a:xfrm>
            <a:off x="239040" y="1933920"/>
            <a:ext cx="3569760" cy="3552120"/>
          </a:xfrm>
          <a:prstGeom prst="rect">
            <a:avLst/>
          </a:prstGeom>
          <a:noFill/>
          <a:ln w="0">
            <a:noFill/>
          </a:ln>
        </p:spPr>
      </p:pic>
      <p:sp>
        <p:nvSpPr>
          <p:cNvPr id="228" name="TextBox 5"/>
          <p:cNvSpPr/>
          <p:nvPr/>
        </p:nvSpPr>
        <p:spPr>
          <a:xfrm>
            <a:off x="173520" y="1564560"/>
            <a:ext cx="3700800" cy="3690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800" strike="noStrike" u="none">
                <a:solidFill>
                  <a:schemeClr val="dk1"/>
                </a:solidFill>
                <a:effectLst/>
                <a:uFillTx/>
                <a:latin typeface="Impact"/>
              </a:rPr>
              <a:t>FOR DATABASE MANAGEMENT</a:t>
            </a:r>
            <a:endParaRPr b="0" lang="en-IN" sz="1800" strike="noStrike" u="none">
              <a:solidFill>
                <a:srgbClr val="000000"/>
              </a:solidFill>
              <a:effectLst/>
              <a:uFillTx/>
              <a:latin typeface="Arial"/>
            </a:endParaRPr>
          </a:p>
        </p:txBody>
      </p:sp>
      <p:pic>
        <p:nvPicPr>
          <p:cNvPr id="229" name="Picture 7" descr="A screenshot of a computer program&#10;&#10;AI-generated content may be incorrect."/>
          <p:cNvPicPr/>
          <p:nvPr/>
        </p:nvPicPr>
        <p:blipFill>
          <a:blip r:embed="rId2"/>
          <a:stretch/>
        </p:blipFill>
        <p:spPr>
          <a:xfrm>
            <a:off x="4572000" y="2015280"/>
            <a:ext cx="4026960" cy="3552120"/>
          </a:xfrm>
          <a:prstGeom prst="rect">
            <a:avLst/>
          </a:prstGeom>
          <a:noFill/>
          <a:ln w="0">
            <a:noFill/>
          </a:ln>
        </p:spPr>
      </p:pic>
      <p:sp>
        <p:nvSpPr>
          <p:cNvPr id="230" name="TextBox 8"/>
          <p:cNvSpPr/>
          <p:nvPr/>
        </p:nvSpPr>
        <p:spPr>
          <a:xfrm>
            <a:off x="5598720" y="1613160"/>
            <a:ext cx="2959200" cy="3690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800" strike="noStrike" u="none">
                <a:solidFill>
                  <a:schemeClr val="dk1"/>
                </a:solidFill>
                <a:effectLst/>
                <a:uFillTx/>
                <a:latin typeface="Impact"/>
              </a:rPr>
              <a:t>FOR USER MANAGMENT</a:t>
            </a:r>
            <a:endParaRPr b="0" lang="en-IN"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231" name="PlaceHolder 1"/>
          <p:cNvSpPr>
            <a:spLocks noGrp="1"/>
          </p:cNvSpPr>
          <p:nvPr>
            <p:ph type="title"/>
          </p:nvPr>
        </p:nvSpPr>
        <p:spPr>
          <a:xfrm>
            <a:off x="514440" y="685800"/>
            <a:ext cx="6249960" cy="1151640"/>
          </a:xfrm>
          <a:prstGeom prst="rect">
            <a:avLst/>
          </a:prstGeom>
          <a:noFill/>
          <a:ln w="0">
            <a:noFill/>
          </a:ln>
        </p:spPr>
        <p:txBody>
          <a:bodyPr lIns="91440" rIns="91440" tIns="45720" bIns="45720" anchor="ctr">
            <a:normAutofit/>
          </a:bodyPr>
          <a:p>
            <a:pPr indent="0" defTabSz="914400">
              <a:lnSpc>
                <a:spcPct val="90000"/>
              </a:lnSpc>
              <a:buNone/>
            </a:pPr>
            <a:r>
              <a:rPr b="0" lang="en-IN" sz="3700" strike="noStrike" u="none" cap="all">
                <a:solidFill>
                  <a:schemeClr val="accent1"/>
                </a:solidFill>
                <a:effectLst/>
                <a:uFillTx/>
                <a:latin typeface="Impact"/>
              </a:rPr>
              <a:t>Output - Login Page</a:t>
            </a:r>
            <a:endParaRPr b="0" lang="en-US" sz="3700" strike="noStrike" u="none">
              <a:solidFill>
                <a:schemeClr val="dk1"/>
              </a:solidFill>
              <a:effectLst/>
              <a:uFillTx/>
              <a:latin typeface="Impact"/>
            </a:endParaRPr>
          </a:p>
        </p:txBody>
      </p:sp>
      <p:pic>
        <p:nvPicPr>
          <p:cNvPr id="232" name="Picture 6" descr="A screenshot of a login screen&#10;&#10;AI-generated content may be incorrect."/>
          <p:cNvPicPr/>
          <p:nvPr/>
        </p:nvPicPr>
        <p:blipFill>
          <a:blip r:embed="rId2"/>
          <a:stretch/>
        </p:blipFill>
        <p:spPr>
          <a:xfrm>
            <a:off x="4875840" y="2144880"/>
            <a:ext cx="2271960" cy="1476720"/>
          </a:xfrm>
          <a:prstGeom prst="rect">
            <a:avLst/>
          </a:prstGeom>
          <a:noFill/>
          <a:ln w="57150">
            <a:solidFill>
              <a:srgbClr val="ffffff">
                <a:lumMod val="50000"/>
              </a:srgbClr>
            </a:solidFill>
            <a:miter/>
          </a:ln>
        </p:spPr>
      </p:pic>
      <p:pic>
        <p:nvPicPr>
          <p:cNvPr id="233" name="Content Placeholder 4" descr="A screenshot of a login screen&#10;&#10;AI-generated content may be incorrect."/>
          <p:cNvPicPr/>
          <p:nvPr/>
        </p:nvPicPr>
        <p:blipFill>
          <a:blip r:embed="rId3"/>
          <a:stretch/>
        </p:blipFill>
        <p:spPr>
          <a:xfrm>
            <a:off x="158760" y="2156040"/>
            <a:ext cx="4543920" cy="3291840"/>
          </a:xfrm>
          <a:prstGeom prst="rect">
            <a:avLst/>
          </a:prstGeom>
          <a:noFill/>
          <a:ln w="57150">
            <a:solidFill>
              <a:srgbClr val="ffffff">
                <a:lumMod val="50000"/>
              </a:srgbClr>
            </a:solidFill>
            <a:miter/>
          </a:ln>
        </p:spPr>
      </p:pic>
      <p:pic>
        <p:nvPicPr>
          <p:cNvPr id="234" name="Picture 8" descr="A screenshot of a login screen&#10;&#10;AI-generated content may be incorrect."/>
          <p:cNvPicPr/>
          <p:nvPr/>
        </p:nvPicPr>
        <p:blipFill>
          <a:blip r:embed="rId4"/>
          <a:stretch/>
        </p:blipFill>
        <p:spPr>
          <a:xfrm>
            <a:off x="6287040" y="3895920"/>
            <a:ext cx="2315880" cy="1487880"/>
          </a:xfrm>
          <a:prstGeom prst="rect">
            <a:avLst/>
          </a:prstGeom>
          <a:noFill/>
          <a:ln w="57150">
            <a:solidFill>
              <a:srgbClr val="ffffff">
                <a:lumMod val="50000"/>
              </a:srgbClr>
            </a:solidFill>
            <a:miter/>
          </a:ln>
        </p:spPr>
      </p:pic>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pic>
        <p:nvPicPr>
          <p:cNvPr id="235" name="Picture 9" descr="">
            <a:extLst>
              <a:ext uri="{C183D7F6-B498-43B3-948B-1728B52AA6E4}">
                <adec:decorative xmlns:adec="http://schemas.microsoft.com/office/drawing/2017/decorative" val="1"/>
              </a:ext>
            </a:extLst>
          </p:cNvPr>
          <p:cNvPicPr/>
          <p:nvPr/>
        </p:nvPicPr>
        <p:blipFill>
          <a:blip r:embed="rId2"/>
          <a:stretch/>
        </p:blipFill>
        <p:spPr>
          <a:xfrm>
            <a:off x="0" y="0"/>
            <a:ext cx="9143640" cy="6857640"/>
          </a:xfrm>
          <a:prstGeom prst="rect">
            <a:avLst/>
          </a:prstGeom>
          <a:noFill/>
          <a:ln w="0">
            <a:noFill/>
          </a:ln>
        </p:spPr>
      </p:pic>
      <p:sp useBgFill="1">
        <p:nvSpPr>
          <p:cNvPr id="236" name="Freeform 11">
            <a:extLst>
              <a:ext uri="{C183D7F6-B498-43B3-948B-1728B52AA6E4}">
                <adec:decorative xmlns:adec="http://schemas.microsoft.com/office/drawing/2017/decorative" val="1"/>
              </a:ext>
            </a:extLst>
          </p:cNvPr>
          <p:cNvSpPr/>
          <p:nvPr/>
        </p:nvSpPr>
        <p:spPr>
          <a:xfrm>
            <a:off x="-11880" y="0"/>
            <a:ext cx="8762400" cy="6587640"/>
          </a:xfrm>
          <a:custGeom>
            <a:avLst/>
            <a:gdLst>
              <a:gd name="textAreaLeft" fmla="*/ 0 w 8762400"/>
              <a:gd name="textAreaRight" fmla="*/ 8762760 w 8762400"/>
              <a:gd name="textAreaTop" fmla="*/ 0 h 6587640"/>
              <a:gd name="textAreaBottom" fmla="*/ 6588000 h 6587640"/>
            </a:gdLst>
            <a:ahLst/>
            <a:cxnLst/>
            <a:rect l="textAreaLeft" t="textAreaTop" r="textAreaRight" b="textAreaBottom"/>
            <a:pathLst>
              <a:path w="11683810" h="6588125">
                <a:moveTo>
                  <a:pt x="0" y="0"/>
                </a:moveTo>
                <a:lnTo>
                  <a:pt x="11318691" y="0"/>
                </a:lnTo>
                <a:lnTo>
                  <a:pt x="11683810" y="5976938"/>
                </a:lnTo>
                <a:lnTo>
                  <a:pt x="15875" y="6588125"/>
                </a:lnTo>
                <a:cubicBezTo>
                  <a:pt x="10583" y="4386792"/>
                  <a:pt x="5292" y="2185458"/>
                  <a:pt x="0" y="0"/>
                </a:cubicBezTo>
                <a:close/>
              </a:path>
            </a:pathLst>
          </a:custGeom>
          <a:ln>
            <a:noFill/>
          </a:ln>
          <a:effectLst>
            <a:outerShdw algn="tl" blurRad="101520" dir="4384010" dist="152031" rotWithShape="0">
              <a:srgbClr val="000000">
                <a:alpha val="43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defTabSz="457200">
              <a:lnSpc>
                <a:spcPct val="100000"/>
              </a:lnSpc>
            </a:pPr>
            <a:endParaRPr b="0" lang="en-IN" sz="1800" strike="noStrike" u="none">
              <a:solidFill>
                <a:schemeClr val="lt1"/>
              </a:solidFill>
              <a:effectLst/>
              <a:uFillTx/>
              <a:latin typeface="Impact"/>
            </a:endParaRPr>
          </a:p>
        </p:txBody>
      </p:sp>
      <p:sp>
        <p:nvSpPr>
          <p:cNvPr id="237" name="Freeform 13">
            <a:extLst>
              <a:ext uri="{C183D7F6-B498-43B3-948B-1728B52AA6E4}">
                <adec:decorative xmlns:adec="http://schemas.microsoft.com/office/drawing/2017/decorative" val="1"/>
              </a:ext>
            </a:extLst>
          </p:cNvPr>
          <p:cNvSpPr/>
          <p:nvPr/>
        </p:nvSpPr>
        <p:spPr>
          <a:xfrm>
            <a:off x="0" y="4282200"/>
            <a:ext cx="8496720" cy="2028600"/>
          </a:xfrm>
          <a:custGeom>
            <a:avLst/>
            <a:gdLst>
              <a:gd name="textAreaLeft" fmla="*/ 0 w 8496720"/>
              <a:gd name="textAreaRight" fmla="*/ 8497080 w 8496720"/>
              <a:gd name="textAreaTop" fmla="*/ 0 h 2028600"/>
              <a:gd name="textAreaBottom" fmla="*/ 2028960 h 2028600"/>
            </a:gdLst>
            <a:ahLst/>
            <a:cxnLst/>
            <a:rect l="textAreaLeft" t="textAreaTop" r="textAreaRight" b="textAreaBottom"/>
            <a:pathLst>
              <a:path w="11329257" h="2028845">
                <a:moveTo>
                  <a:pt x="0" y="588520"/>
                </a:moveTo>
                <a:lnTo>
                  <a:pt x="11244075" y="0"/>
                </a:lnTo>
                <a:lnTo>
                  <a:pt x="11329257" y="1424838"/>
                </a:lnTo>
                <a:lnTo>
                  <a:pt x="0" y="2028845"/>
                </a:lnTo>
                <a:lnTo>
                  <a:pt x="0" y="588520"/>
                </a:lnTo>
                <a:close/>
              </a:path>
            </a:pathLst>
          </a:custGeom>
          <a:gradFill rotWithShape="0">
            <a:gsLst>
              <a:gs pos="34000">
                <a:srgbClr val="b80e0f"/>
              </a:gs>
              <a:gs pos="100000">
                <a:srgbClr val="5c0707"/>
              </a:gs>
            </a:gsLst>
            <a:path path="circle">
              <a:fillToRect l="50000" t="50000" r="50000" b="50000"/>
            </a:path>
          </a:gradFill>
          <a:ln>
            <a:noFill/>
          </a:ln>
        </p:spPr>
        <p:style>
          <a:lnRef idx="1">
            <a:schemeClr val="accent1"/>
          </a:lnRef>
          <a:fillRef idx="3">
            <a:schemeClr val="accent1"/>
          </a:fillRef>
          <a:effectRef idx="2">
            <a:schemeClr val="accent1"/>
          </a:effectRef>
          <a:fontRef idx="minor"/>
        </p:style>
        <p:txBody>
          <a:bodyPr lIns="90000" rIns="90000" tIns="45000" bIns="45000" anchor="t">
            <a:noAutofit/>
          </a:bodyPr>
          <a:p>
            <a:pPr defTabSz="457200">
              <a:lnSpc>
                <a:spcPct val="100000"/>
              </a:lnSpc>
            </a:pPr>
            <a:endParaRPr b="0" lang="en-IN" sz="1800" strike="noStrike" u="none">
              <a:solidFill>
                <a:schemeClr val="lt1"/>
              </a:solidFill>
              <a:effectLst/>
              <a:uFillTx/>
              <a:latin typeface="Impact"/>
            </a:endParaRPr>
          </a:p>
        </p:txBody>
      </p:sp>
      <p:sp>
        <p:nvSpPr>
          <p:cNvPr id="238" name="Freeform 25">
            <a:extLst>
              <a:ext uri="{C183D7F6-B498-43B3-948B-1728B52AA6E4}">
                <adec:decorative xmlns:adec="http://schemas.microsoft.com/office/drawing/2017/decorative" val="1"/>
              </a:ext>
            </a:extLst>
          </p:cNvPr>
          <p:cNvSpPr/>
          <p:nvPr/>
        </p:nvSpPr>
        <p:spPr>
          <a:xfrm>
            <a:off x="0" y="0"/>
            <a:ext cx="6539400" cy="456480"/>
          </a:xfrm>
          <a:custGeom>
            <a:avLst/>
            <a:gdLst>
              <a:gd name="textAreaLeft" fmla="*/ 0 w 6539400"/>
              <a:gd name="textAreaRight" fmla="*/ 6539760 w 6539400"/>
              <a:gd name="textAreaTop" fmla="*/ 0 h 456480"/>
              <a:gd name="textAreaBottom" fmla="*/ 456840 h 456480"/>
            </a:gdLst>
            <a:ahLst/>
            <a:cxnLst/>
            <a:rect l="textAreaLeft" t="textAreaTop" r="textAreaRight" b="textAreaBottom"/>
            <a:pathLst>
              <a:path w="8719579" h="456877">
                <a:moveTo>
                  <a:pt x="0" y="0"/>
                </a:moveTo>
                <a:lnTo>
                  <a:pt x="8719579" y="0"/>
                </a:lnTo>
                <a:lnTo>
                  <a:pt x="0" y="456877"/>
                </a:lnTo>
                <a:lnTo>
                  <a:pt x="0" y="0"/>
                </a:lnTo>
                <a:close/>
              </a:path>
            </a:pathLst>
          </a:custGeom>
          <a:gradFill rotWithShape="0">
            <a:gsLst>
              <a:gs pos="34000">
                <a:srgbClr val="b80e0f"/>
              </a:gs>
              <a:gs pos="100000">
                <a:srgbClr val="5c0707"/>
              </a:gs>
            </a:gsLst>
            <a:path path="circle">
              <a:fillToRect l="50000" t="50000" r="50000" b="50000"/>
            </a:path>
          </a:gradFill>
          <a:ln>
            <a:noFill/>
          </a:ln>
        </p:spPr>
        <p:style>
          <a:lnRef idx="1">
            <a:schemeClr val="accent1"/>
          </a:lnRef>
          <a:fillRef idx="3">
            <a:schemeClr val="accent1"/>
          </a:fillRef>
          <a:effectRef idx="2">
            <a:schemeClr val="accent1"/>
          </a:effectRef>
          <a:fontRef idx="minor"/>
        </p:style>
        <p:txBody>
          <a:bodyPr lIns="90000" rIns="90000" tIns="45000" bIns="45000" anchor="t">
            <a:noAutofit/>
          </a:bodyPr>
          <a:p>
            <a:pPr defTabSz="457200">
              <a:lnSpc>
                <a:spcPct val="100000"/>
              </a:lnSpc>
            </a:pPr>
            <a:endParaRPr b="0" lang="en-IN" sz="1800" strike="noStrike" u="none">
              <a:solidFill>
                <a:schemeClr val="lt1"/>
              </a:solidFill>
              <a:effectLst/>
              <a:uFillTx/>
              <a:latin typeface="Impact"/>
            </a:endParaRPr>
          </a:p>
        </p:txBody>
      </p:sp>
      <p:sp>
        <p:nvSpPr>
          <p:cNvPr id="239" name="Freeform 14">
            <a:extLst>
              <a:ext uri="{C183D7F6-B498-43B3-948B-1728B52AA6E4}">
                <adec:decorative xmlns:adec="http://schemas.microsoft.com/office/drawing/2017/decorative" val="1"/>
              </a:ext>
            </a:extLst>
          </p:cNvPr>
          <p:cNvSpPr/>
          <p:nvPr/>
        </p:nvSpPr>
        <p:spPr>
          <a:xfrm rot="21420000">
            <a:off x="-121320" y="293040"/>
            <a:ext cx="8524800" cy="5751360"/>
          </a:xfrm>
          <a:custGeom>
            <a:avLst/>
            <a:gdLst>
              <a:gd name="textAreaLeft" fmla="*/ 0 w 8524800"/>
              <a:gd name="textAreaRight" fmla="*/ 8525160 w 8524800"/>
              <a:gd name="textAreaTop" fmla="*/ 0 h 5751360"/>
              <a:gd name="textAreaBottom" fmla="*/ 5751720 h 5751360"/>
            </a:gdLst>
            <a:ahLst/>
            <a:cxnLst/>
            <a:rect l="textAreaLeft" t="textAreaTop" r="textAreaRight" b="textAreaBottom"/>
            <a:pathLst>
              <a:path w="11367116" h="5751804">
                <a:moveTo>
                  <a:pt x="11346705" y="0"/>
                </a:moveTo>
                <a:cubicBezTo>
                  <a:pt x="11353509" y="1915114"/>
                  <a:pt x="11360312" y="3830229"/>
                  <a:pt x="11367116" y="5745343"/>
                </a:cubicBezTo>
                <a:lnTo>
                  <a:pt x="0" y="5751804"/>
                </a:lnTo>
              </a:path>
            </a:pathLst>
          </a:custGeom>
          <a:noFill/>
          <a:ln w="82550">
            <a:solidFill>
              <a:srgbClr val="000000">
                <a:lumMod val="50000"/>
                <a:lumOff val="50000"/>
              </a:srgbClr>
            </a:solidFill>
            <a:miter/>
          </a:ln>
        </p:spPr>
        <p:style>
          <a:lnRef idx="2">
            <a:schemeClr val="accent1"/>
          </a:lnRef>
          <a:fillRef idx="0">
            <a:schemeClr val="accent1"/>
          </a:fillRef>
          <a:effectRef idx="1">
            <a:schemeClr val="accent1"/>
          </a:effectRef>
          <a:fontRef idx="minor"/>
        </p:style>
        <p:txBody>
          <a:bodyPr lIns="90000" rIns="90000" tIns="45000" bIns="45000" anchor="t">
            <a:noAutofit/>
          </a:bodyPr>
          <a:p>
            <a:pPr defTabSz="457200">
              <a:lnSpc>
                <a:spcPct val="100000"/>
              </a:lnSpc>
            </a:pPr>
            <a:endParaRPr b="0" lang="en-IN" sz="1800" strike="noStrike" u="none">
              <a:solidFill>
                <a:schemeClr val="dk1"/>
              </a:solidFill>
              <a:effectLst/>
              <a:uFillTx/>
              <a:latin typeface="Impact"/>
            </a:endParaRPr>
          </a:p>
        </p:txBody>
      </p:sp>
      <p:sp>
        <p:nvSpPr>
          <p:cNvPr id="240" name="5-Point Star 24">
            <a:extLst>
              <a:ext uri="{C183D7F6-B498-43B3-948B-1728B52AA6E4}">
                <adec:decorative xmlns:adec="http://schemas.microsoft.com/office/drawing/2017/decorative" val="1"/>
              </a:ext>
            </a:extLst>
          </p:cNvPr>
          <p:cNvSpPr/>
          <p:nvPr/>
        </p:nvSpPr>
        <p:spPr>
          <a:xfrm rot="21420000">
            <a:off x="3165840" y="5110920"/>
            <a:ext cx="386280" cy="515160"/>
          </a:xfrm>
          <a:prstGeom prst="star5">
            <a:avLst>
              <a:gd name="adj" fmla="val 26693"/>
              <a:gd name="hf" fmla="val 105146"/>
              <a:gd name="vf" fmla="val 110557"/>
            </a:avLst>
          </a:prstGeom>
          <a:solidFill>
            <a:schemeClr val="dk1">
              <a:alpha val="40000"/>
            </a:schemeClr>
          </a:solidFill>
          <a:ln>
            <a:noFill/>
          </a:ln>
        </p:spPr>
        <p:style>
          <a:lnRef idx="1">
            <a:schemeClr val="accent1"/>
          </a:lnRef>
          <a:fillRef idx="3">
            <a:schemeClr val="accent1"/>
          </a:fillRef>
          <a:effectRef idx="2">
            <a:schemeClr val="accent1"/>
          </a:effectRef>
          <a:fontRef idx="minor"/>
        </p:style>
        <p:txBody>
          <a:bodyPr lIns="90000" rIns="90000" tIns="45000" bIns="45000" anchor="t">
            <a:noAutofit/>
          </a:bodyPr>
          <a:p>
            <a:pPr defTabSz="457200">
              <a:lnSpc>
                <a:spcPct val="100000"/>
              </a:lnSpc>
            </a:pPr>
            <a:endParaRPr b="0" lang="en-IN" sz="1800" strike="noStrike" u="none">
              <a:solidFill>
                <a:schemeClr val="lt1"/>
              </a:solidFill>
              <a:effectLst/>
              <a:uFillTx/>
              <a:latin typeface="Impact"/>
            </a:endParaRPr>
          </a:p>
        </p:txBody>
      </p:sp>
      <p:sp useBgFill="1">
        <p:nvSpPr>
          <p:cNvPr id="241" name="Rectangle 21">
            <a:extLst>
              <a:ext uri="{C183D7F6-B498-43B3-948B-1728B52AA6E4}">
                <adec:decorative xmlns:adec="http://schemas.microsoft.com/office/drawing/2017/decorative" val="1"/>
              </a:ext>
            </a:extLst>
          </p:cNvPr>
          <p:cNvSpPr/>
          <p:nvPr/>
        </p:nvSpPr>
        <p:spPr>
          <a:xfrm>
            <a:off x="0" y="0"/>
            <a:ext cx="9141480" cy="6857640"/>
          </a:xfrm>
          <a:prstGeom prst="rect">
            <a:avLst/>
          </a:prstGeom>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Impact"/>
            </a:endParaRPr>
          </a:p>
        </p:txBody>
      </p:sp>
      <p:sp>
        <p:nvSpPr>
          <p:cNvPr id="242" name="PlaceHolder 1"/>
          <p:cNvSpPr>
            <a:spLocks noGrp="1"/>
          </p:cNvSpPr>
          <p:nvPr>
            <p:ph type="title"/>
          </p:nvPr>
        </p:nvSpPr>
        <p:spPr>
          <a:xfrm>
            <a:off x="545400" y="4769640"/>
            <a:ext cx="8103960" cy="1270080"/>
          </a:xfrm>
          <a:prstGeom prst="rect">
            <a:avLst/>
          </a:prstGeom>
          <a:noFill/>
          <a:ln w="0">
            <a:noFill/>
          </a:ln>
        </p:spPr>
        <p:txBody>
          <a:bodyPr lIns="91440" rIns="91440" tIns="45720" bIns="45720" anchor="b">
            <a:normAutofit fontScale="85000" lnSpcReduction="9999"/>
          </a:bodyPr>
          <a:p>
            <a:pPr indent="0" algn="ctr" defTabSz="914400">
              <a:lnSpc>
                <a:spcPct val="90000"/>
              </a:lnSpc>
              <a:buNone/>
            </a:pPr>
            <a:r>
              <a:rPr b="0" lang="en-US" sz="5500" strike="noStrike" u="none" cap="all">
                <a:solidFill>
                  <a:schemeClr val="accent1"/>
                </a:solidFill>
                <a:effectLst/>
                <a:uFillTx/>
                <a:latin typeface="Impact"/>
              </a:rPr>
              <a:t>Output - Home Dashboard</a:t>
            </a:r>
            <a:endParaRPr b="0" lang="en-US" sz="5500" strike="noStrike" u="none">
              <a:solidFill>
                <a:schemeClr val="dk1"/>
              </a:solidFill>
              <a:effectLst/>
              <a:uFillTx/>
              <a:latin typeface="Impact"/>
            </a:endParaRPr>
          </a:p>
        </p:txBody>
      </p:sp>
      <p:sp>
        <p:nvSpPr>
          <p:cNvPr id="243" name="5-Point Star 31">
            <a:extLst>
              <a:ext uri="{C183D7F6-B498-43B3-948B-1728B52AA6E4}">
                <adec:decorative xmlns:adec="http://schemas.microsoft.com/office/drawing/2017/decorative" val="1"/>
              </a:ext>
            </a:extLst>
          </p:cNvPr>
          <p:cNvSpPr/>
          <p:nvPr/>
        </p:nvSpPr>
        <p:spPr>
          <a:xfrm>
            <a:off x="4427640" y="6388920"/>
            <a:ext cx="279360" cy="372600"/>
          </a:xfrm>
          <a:prstGeom prst="star5">
            <a:avLst>
              <a:gd name="adj" fmla="val 26693"/>
              <a:gd name="hf" fmla="val 105146"/>
              <a:gd name="vf" fmla="val 110557"/>
            </a:avLst>
          </a:prstGeom>
          <a:solidFill>
            <a:schemeClr val="dk1">
              <a:lumMod val="65000"/>
              <a:lumOff val="35000"/>
              <a:alpha val="40000"/>
            </a:schemeClr>
          </a:solidFill>
          <a:ln>
            <a:noFill/>
          </a:ln>
        </p:spPr>
        <p:style>
          <a:lnRef idx="1">
            <a:schemeClr val="accent1"/>
          </a:lnRef>
          <a:fillRef idx="3">
            <a:schemeClr val="accent1"/>
          </a:fillRef>
          <a:effectRef idx="2">
            <a:schemeClr val="accent1"/>
          </a:effectRef>
          <a:fontRef idx="minor"/>
        </p:style>
        <p:txBody>
          <a:bodyPr lIns="90000" rIns="90000" tIns="45000" bIns="45000" anchor="t">
            <a:noAutofit/>
          </a:bodyPr>
          <a:p>
            <a:pPr defTabSz="457200">
              <a:lnSpc>
                <a:spcPct val="100000"/>
              </a:lnSpc>
            </a:pPr>
            <a:endParaRPr b="0" lang="en-IN" sz="1800" strike="noStrike" u="none">
              <a:solidFill>
                <a:schemeClr val="lt1"/>
              </a:solidFill>
              <a:effectLst/>
              <a:uFillTx/>
              <a:latin typeface="Impact"/>
            </a:endParaRPr>
          </a:p>
        </p:txBody>
      </p:sp>
      <p:pic>
        <p:nvPicPr>
          <p:cNvPr id="244" name="Picture 4" descr="A screenshot of a computer&#10;&#10;AI-generated content may be incorrect."/>
          <p:cNvPicPr/>
          <p:nvPr/>
        </p:nvPicPr>
        <p:blipFill>
          <a:blip r:embed="rId3"/>
          <a:stretch/>
        </p:blipFill>
        <p:spPr>
          <a:xfrm>
            <a:off x="474840" y="250920"/>
            <a:ext cx="8391600" cy="4573080"/>
          </a:xfrm>
          <a:prstGeom prst="rect">
            <a:avLst/>
          </a:prstGeom>
          <a:noFill/>
          <a:ln w="0">
            <a:noFill/>
          </a:ln>
        </p:spPr>
      </p:pic>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pic>
        <p:nvPicPr>
          <p:cNvPr id="245" name="Picture 15" descr="">
            <a:extLst>
              <a:ext uri="{C183D7F6-B498-43B3-948B-1728B52AA6E4}">
                <adec:decorative xmlns:adec="http://schemas.microsoft.com/office/drawing/2017/decorative" val="1"/>
              </a:ext>
            </a:extLst>
          </p:cNvPr>
          <p:cNvPicPr/>
          <p:nvPr/>
        </p:nvPicPr>
        <p:blipFill>
          <a:blip r:embed="rId2"/>
          <a:stretch/>
        </p:blipFill>
        <p:spPr>
          <a:xfrm>
            <a:off x="0" y="0"/>
            <a:ext cx="9143640" cy="6857640"/>
          </a:xfrm>
          <a:prstGeom prst="rect">
            <a:avLst/>
          </a:prstGeom>
          <a:noFill/>
          <a:ln w="0">
            <a:noFill/>
          </a:ln>
        </p:spPr>
      </p:pic>
      <p:sp useBgFill="1">
        <p:nvSpPr>
          <p:cNvPr id="246" name="Freeform 11">
            <a:extLst>
              <a:ext uri="{C183D7F6-B498-43B3-948B-1728B52AA6E4}">
                <adec:decorative xmlns:adec="http://schemas.microsoft.com/office/drawing/2017/decorative" val="1"/>
              </a:ext>
            </a:extLst>
          </p:cNvPr>
          <p:cNvSpPr/>
          <p:nvPr/>
        </p:nvSpPr>
        <p:spPr>
          <a:xfrm>
            <a:off x="-11880" y="0"/>
            <a:ext cx="8762400" cy="6587640"/>
          </a:xfrm>
          <a:custGeom>
            <a:avLst/>
            <a:gdLst>
              <a:gd name="textAreaLeft" fmla="*/ 0 w 8762400"/>
              <a:gd name="textAreaRight" fmla="*/ 8762760 w 8762400"/>
              <a:gd name="textAreaTop" fmla="*/ 0 h 6587640"/>
              <a:gd name="textAreaBottom" fmla="*/ 6588000 h 6587640"/>
            </a:gdLst>
            <a:ahLst/>
            <a:cxnLst/>
            <a:rect l="textAreaLeft" t="textAreaTop" r="textAreaRight" b="textAreaBottom"/>
            <a:pathLst>
              <a:path w="11683810" h="6588125">
                <a:moveTo>
                  <a:pt x="0" y="0"/>
                </a:moveTo>
                <a:lnTo>
                  <a:pt x="11318691" y="0"/>
                </a:lnTo>
                <a:lnTo>
                  <a:pt x="11683810" y="5976938"/>
                </a:lnTo>
                <a:lnTo>
                  <a:pt x="15875" y="6588125"/>
                </a:lnTo>
                <a:cubicBezTo>
                  <a:pt x="10583" y="4386792"/>
                  <a:pt x="5292" y="2185458"/>
                  <a:pt x="0" y="0"/>
                </a:cubicBezTo>
                <a:close/>
              </a:path>
            </a:pathLst>
          </a:custGeom>
          <a:ln>
            <a:noFill/>
          </a:ln>
          <a:effectLst>
            <a:outerShdw algn="tl" blurRad="101520" dir="4384010" dist="152031" rotWithShape="0">
              <a:srgbClr val="000000">
                <a:alpha val="43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defTabSz="457200">
              <a:lnSpc>
                <a:spcPct val="100000"/>
              </a:lnSpc>
            </a:pPr>
            <a:endParaRPr b="0" lang="en-IN" sz="1800" strike="noStrike" u="none">
              <a:solidFill>
                <a:schemeClr val="lt1"/>
              </a:solidFill>
              <a:effectLst/>
              <a:uFillTx/>
              <a:latin typeface="Impact"/>
            </a:endParaRPr>
          </a:p>
        </p:txBody>
      </p:sp>
      <p:sp>
        <p:nvSpPr>
          <p:cNvPr id="247" name="Freeform 13">
            <a:extLst>
              <a:ext uri="{C183D7F6-B498-43B3-948B-1728B52AA6E4}">
                <adec:decorative xmlns:adec="http://schemas.microsoft.com/office/drawing/2017/decorative" val="1"/>
              </a:ext>
            </a:extLst>
          </p:cNvPr>
          <p:cNvSpPr/>
          <p:nvPr/>
        </p:nvSpPr>
        <p:spPr>
          <a:xfrm>
            <a:off x="0" y="4282200"/>
            <a:ext cx="8496720" cy="2028600"/>
          </a:xfrm>
          <a:custGeom>
            <a:avLst/>
            <a:gdLst>
              <a:gd name="textAreaLeft" fmla="*/ 0 w 8496720"/>
              <a:gd name="textAreaRight" fmla="*/ 8497080 w 8496720"/>
              <a:gd name="textAreaTop" fmla="*/ 0 h 2028600"/>
              <a:gd name="textAreaBottom" fmla="*/ 2028960 h 2028600"/>
            </a:gdLst>
            <a:ahLst/>
            <a:cxnLst/>
            <a:rect l="textAreaLeft" t="textAreaTop" r="textAreaRight" b="textAreaBottom"/>
            <a:pathLst>
              <a:path w="11329257" h="2028845">
                <a:moveTo>
                  <a:pt x="0" y="588520"/>
                </a:moveTo>
                <a:lnTo>
                  <a:pt x="11244075" y="0"/>
                </a:lnTo>
                <a:lnTo>
                  <a:pt x="11329257" y="1424838"/>
                </a:lnTo>
                <a:lnTo>
                  <a:pt x="0" y="2028845"/>
                </a:lnTo>
                <a:lnTo>
                  <a:pt x="0" y="588520"/>
                </a:lnTo>
                <a:close/>
              </a:path>
            </a:pathLst>
          </a:custGeom>
          <a:gradFill rotWithShape="0">
            <a:gsLst>
              <a:gs pos="34000">
                <a:srgbClr val="b80e0f"/>
              </a:gs>
              <a:gs pos="100000">
                <a:srgbClr val="5c0707"/>
              </a:gs>
            </a:gsLst>
            <a:path path="circle">
              <a:fillToRect l="50000" t="50000" r="50000" b="50000"/>
            </a:path>
          </a:gradFill>
          <a:ln>
            <a:noFill/>
          </a:ln>
        </p:spPr>
        <p:style>
          <a:lnRef idx="1">
            <a:schemeClr val="accent1"/>
          </a:lnRef>
          <a:fillRef idx="3">
            <a:schemeClr val="accent1"/>
          </a:fillRef>
          <a:effectRef idx="2">
            <a:schemeClr val="accent1"/>
          </a:effectRef>
          <a:fontRef idx="minor"/>
        </p:style>
        <p:txBody>
          <a:bodyPr lIns="90000" rIns="90000" tIns="45000" bIns="45000" anchor="t">
            <a:noAutofit/>
          </a:bodyPr>
          <a:p>
            <a:pPr defTabSz="457200">
              <a:lnSpc>
                <a:spcPct val="100000"/>
              </a:lnSpc>
            </a:pPr>
            <a:endParaRPr b="0" lang="en-IN" sz="1800" strike="noStrike" u="none">
              <a:solidFill>
                <a:schemeClr val="lt1"/>
              </a:solidFill>
              <a:effectLst/>
              <a:uFillTx/>
              <a:latin typeface="Impact"/>
            </a:endParaRPr>
          </a:p>
        </p:txBody>
      </p:sp>
      <p:sp>
        <p:nvSpPr>
          <p:cNvPr id="248" name="Freeform 25">
            <a:extLst>
              <a:ext uri="{C183D7F6-B498-43B3-948B-1728B52AA6E4}">
                <adec:decorative xmlns:adec="http://schemas.microsoft.com/office/drawing/2017/decorative" val="1"/>
              </a:ext>
            </a:extLst>
          </p:cNvPr>
          <p:cNvSpPr/>
          <p:nvPr/>
        </p:nvSpPr>
        <p:spPr>
          <a:xfrm>
            <a:off x="0" y="0"/>
            <a:ext cx="6539400" cy="456480"/>
          </a:xfrm>
          <a:custGeom>
            <a:avLst/>
            <a:gdLst>
              <a:gd name="textAreaLeft" fmla="*/ 0 w 6539400"/>
              <a:gd name="textAreaRight" fmla="*/ 6539760 w 6539400"/>
              <a:gd name="textAreaTop" fmla="*/ 0 h 456480"/>
              <a:gd name="textAreaBottom" fmla="*/ 456840 h 456480"/>
            </a:gdLst>
            <a:ahLst/>
            <a:cxnLst/>
            <a:rect l="textAreaLeft" t="textAreaTop" r="textAreaRight" b="textAreaBottom"/>
            <a:pathLst>
              <a:path w="8719579" h="456877">
                <a:moveTo>
                  <a:pt x="0" y="0"/>
                </a:moveTo>
                <a:lnTo>
                  <a:pt x="8719579" y="0"/>
                </a:lnTo>
                <a:lnTo>
                  <a:pt x="0" y="456877"/>
                </a:lnTo>
                <a:lnTo>
                  <a:pt x="0" y="0"/>
                </a:lnTo>
                <a:close/>
              </a:path>
            </a:pathLst>
          </a:custGeom>
          <a:gradFill rotWithShape="0">
            <a:gsLst>
              <a:gs pos="34000">
                <a:srgbClr val="b80e0f"/>
              </a:gs>
              <a:gs pos="100000">
                <a:srgbClr val="5c0707"/>
              </a:gs>
            </a:gsLst>
            <a:path path="circle">
              <a:fillToRect l="50000" t="50000" r="50000" b="50000"/>
            </a:path>
          </a:gradFill>
          <a:ln>
            <a:noFill/>
          </a:ln>
        </p:spPr>
        <p:style>
          <a:lnRef idx="1">
            <a:schemeClr val="accent1"/>
          </a:lnRef>
          <a:fillRef idx="3">
            <a:schemeClr val="accent1"/>
          </a:fillRef>
          <a:effectRef idx="2">
            <a:schemeClr val="accent1"/>
          </a:effectRef>
          <a:fontRef idx="minor"/>
        </p:style>
        <p:txBody>
          <a:bodyPr lIns="90000" rIns="90000" tIns="45000" bIns="45000" anchor="t">
            <a:noAutofit/>
          </a:bodyPr>
          <a:p>
            <a:pPr defTabSz="457200">
              <a:lnSpc>
                <a:spcPct val="100000"/>
              </a:lnSpc>
            </a:pPr>
            <a:endParaRPr b="0" lang="en-IN" sz="1800" strike="noStrike" u="none">
              <a:solidFill>
                <a:schemeClr val="lt1"/>
              </a:solidFill>
              <a:effectLst/>
              <a:uFillTx/>
              <a:latin typeface="Impact"/>
            </a:endParaRPr>
          </a:p>
        </p:txBody>
      </p:sp>
      <p:sp>
        <p:nvSpPr>
          <p:cNvPr id="249" name="Freeform 14">
            <a:extLst>
              <a:ext uri="{C183D7F6-B498-43B3-948B-1728B52AA6E4}">
                <adec:decorative xmlns:adec="http://schemas.microsoft.com/office/drawing/2017/decorative" val="1"/>
              </a:ext>
            </a:extLst>
          </p:cNvPr>
          <p:cNvSpPr/>
          <p:nvPr/>
        </p:nvSpPr>
        <p:spPr>
          <a:xfrm rot="21420000">
            <a:off x="-121320" y="293040"/>
            <a:ext cx="8524800" cy="5751360"/>
          </a:xfrm>
          <a:custGeom>
            <a:avLst/>
            <a:gdLst>
              <a:gd name="textAreaLeft" fmla="*/ 0 w 8524800"/>
              <a:gd name="textAreaRight" fmla="*/ 8525160 w 8524800"/>
              <a:gd name="textAreaTop" fmla="*/ 0 h 5751360"/>
              <a:gd name="textAreaBottom" fmla="*/ 5751720 h 5751360"/>
            </a:gdLst>
            <a:ahLst/>
            <a:cxnLst/>
            <a:rect l="textAreaLeft" t="textAreaTop" r="textAreaRight" b="textAreaBottom"/>
            <a:pathLst>
              <a:path w="11367116" h="5751804">
                <a:moveTo>
                  <a:pt x="11346705" y="0"/>
                </a:moveTo>
                <a:cubicBezTo>
                  <a:pt x="11353509" y="1915114"/>
                  <a:pt x="11360312" y="3830229"/>
                  <a:pt x="11367116" y="5745343"/>
                </a:cubicBezTo>
                <a:lnTo>
                  <a:pt x="0" y="5751804"/>
                </a:lnTo>
              </a:path>
            </a:pathLst>
          </a:custGeom>
          <a:noFill/>
          <a:ln w="82550">
            <a:solidFill>
              <a:srgbClr val="000000">
                <a:lumMod val="50000"/>
                <a:lumOff val="50000"/>
              </a:srgbClr>
            </a:solidFill>
            <a:miter/>
          </a:ln>
        </p:spPr>
        <p:style>
          <a:lnRef idx="2">
            <a:schemeClr val="accent1"/>
          </a:lnRef>
          <a:fillRef idx="0">
            <a:schemeClr val="accent1"/>
          </a:fillRef>
          <a:effectRef idx="1">
            <a:schemeClr val="accent1"/>
          </a:effectRef>
          <a:fontRef idx="minor"/>
        </p:style>
        <p:txBody>
          <a:bodyPr lIns="90000" rIns="90000" tIns="45000" bIns="45000" anchor="t">
            <a:noAutofit/>
          </a:bodyPr>
          <a:p>
            <a:pPr defTabSz="457200">
              <a:lnSpc>
                <a:spcPct val="100000"/>
              </a:lnSpc>
            </a:pPr>
            <a:endParaRPr b="0" lang="en-IN" sz="1800" strike="noStrike" u="none">
              <a:solidFill>
                <a:schemeClr val="dk1"/>
              </a:solidFill>
              <a:effectLst/>
              <a:uFillTx/>
              <a:latin typeface="Impact"/>
            </a:endParaRPr>
          </a:p>
        </p:txBody>
      </p:sp>
      <p:sp>
        <p:nvSpPr>
          <p:cNvPr id="250" name="5-Point Star 24">
            <a:extLst>
              <a:ext uri="{C183D7F6-B498-43B3-948B-1728B52AA6E4}">
                <adec:decorative xmlns:adec="http://schemas.microsoft.com/office/drawing/2017/decorative" val="1"/>
              </a:ext>
            </a:extLst>
          </p:cNvPr>
          <p:cNvSpPr/>
          <p:nvPr/>
        </p:nvSpPr>
        <p:spPr>
          <a:xfrm rot="21420000">
            <a:off x="3165840" y="5110920"/>
            <a:ext cx="386280" cy="515160"/>
          </a:xfrm>
          <a:prstGeom prst="star5">
            <a:avLst>
              <a:gd name="adj" fmla="val 26693"/>
              <a:gd name="hf" fmla="val 105146"/>
              <a:gd name="vf" fmla="val 110557"/>
            </a:avLst>
          </a:prstGeom>
          <a:solidFill>
            <a:schemeClr val="dk1">
              <a:alpha val="40000"/>
            </a:schemeClr>
          </a:solidFill>
          <a:ln>
            <a:noFill/>
          </a:ln>
        </p:spPr>
        <p:style>
          <a:lnRef idx="1">
            <a:schemeClr val="accent1"/>
          </a:lnRef>
          <a:fillRef idx="3">
            <a:schemeClr val="accent1"/>
          </a:fillRef>
          <a:effectRef idx="2">
            <a:schemeClr val="accent1"/>
          </a:effectRef>
          <a:fontRef idx="minor"/>
        </p:style>
        <p:txBody>
          <a:bodyPr lIns="90000" rIns="90000" tIns="45000" bIns="45000" anchor="t">
            <a:noAutofit/>
          </a:bodyPr>
          <a:p>
            <a:pPr defTabSz="457200">
              <a:lnSpc>
                <a:spcPct val="100000"/>
              </a:lnSpc>
            </a:pPr>
            <a:endParaRPr b="0" lang="en-IN" sz="1800" strike="noStrike" u="none">
              <a:solidFill>
                <a:schemeClr val="lt1"/>
              </a:solidFill>
              <a:effectLst/>
              <a:uFillTx/>
              <a:latin typeface="Impact"/>
            </a:endParaRPr>
          </a:p>
        </p:txBody>
      </p:sp>
      <p:pic>
        <p:nvPicPr>
          <p:cNvPr id="251" name="Picture 27" descr="">
            <a:extLst>
              <a:ext uri="{C183D7F6-B498-43B3-948B-1728B52AA6E4}">
                <adec:decorative xmlns:adec="http://schemas.microsoft.com/office/drawing/2017/decorative" val="1"/>
              </a:ext>
            </a:extLst>
          </p:cNvPr>
          <p:cNvPicPr/>
          <p:nvPr/>
        </p:nvPicPr>
        <p:blipFill>
          <a:blip r:embed="rId3"/>
          <a:stretch/>
        </p:blipFill>
        <p:spPr>
          <a:xfrm>
            <a:off x="0" y="0"/>
            <a:ext cx="9143640" cy="6857640"/>
          </a:xfrm>
          <a:prstGeom prst="rect">
            <a:avLst/>
          </a:prstGeom>
          <a:noFill/>
          <a:ln w="0">
            <a:noFill/>
          </a:ln>
        </p:spPr>
      </p:pic>
      <p:sp useBgFill="1">
        <p:nvSpPr>
          <p:cNvPr id="252" name="Rectangle 29">
            <a:extLst>
              <a:ext uri="{C183D7F6-B498-43B3-948B-1728B52AA6E4}">
                <adec:decorative xmlns:adec="http://schemas.microsoft.com/office/drawing/2017/decorative" val="1"/>
              </a:ext>
            </a:extLst>
          </p:cNvPr>
          <p:cNvSpPr/>
          <p:nvPr/>
        </p:nvSpPr>
        <p:spPr>
          <a:xfrm>
            <a:off x="-57240" y="0"/>
            <a:ext cx="3526920" cy="6857640"/>
          </a:xfrm>
          <a:prstGeom prst="rect">
            <a:avLst/>
          </a:prstGeom>
          <a:ln>
            <a:noFill/>
          </a:ln>
          <a:effectLst>
            <a:outerShdw algn="l" blurRad="50760" dist="38160" rotWithShape="0">
              <a:srgbClr val="000000">
                <a:alpha val="40000"/>
              </a:srgbClr>
            </a:outerShdw>
          </a:effectLst>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Impact"/>
            </a:endParaRPr>
          </a:p>
        </p:txBody>
      </p:sp>
      <p:sp>
        <p:nvSpPr>
          <p:cNvPr id="253" name="PlaceHolder 1"/>
          <p:cNvSpPr>
            <a:spLocks noGrp="1"/>
          </p:cNvSpPr>
          <p:nvPr>
            <p:ph type="title"/>
          </p:nvPr>
        </p:nvSpPr>
        <p:spPr>
          <a:xfrm>
            <a:off x="345240" y="1301400"/>
            <a:ext cx="2485440" cy="2912400"/>
          </a:xfrm>
          <a:prstGeom prst="rect">
            <a:avLst/>
          </a:prstGeom>
          <a:noFill/>
          <a:ln w="0">
            <a:noFill/>
          </a:ln>
        </p:spPr>
        <p:txBody>
          <a:bodyPr lIns="91440" rIns="91440" tIns="45720" bIns="45720" anchor="b">
            <a:normAutofit/>
          </a:bodyPr>
          <a:p>
            <a:pPr indent="0" algn="r" defTabSz="914400">
              <a:lnSpc>
                <a:spcPct val="90000"/>
              </a:lnSpc>
              <a:buNone/>
            </a:pPr>
            <a:r>
              <a:rPr b="0" lang="en-US" sz="3100" strike="noStrike" u="none" cap="all">
                <a:solidFill>
                  <a:schemeClr val="accent1"/>
                </a:solidFill>
                <a:effectLst/>
                <a:uFillTx/>
                <a:latin typeface="Impact"/>
              </a:rPr>
              <a:t>Output - Add Credential / Generator / Strength</a:t>
            </a:r>
            <a:endParaRPr b="0" lang="en-US" sz="3100" strike="noStrike" u="none">
              <a:solidFill>
                <a:schemeClr val="dk1"/>
              </a:solidFill>
              <a:effectLst/>
              <a:uFillTx/>
              <a:latin typeface="Impact"/>
            </a:endParaRPr>
          </a:p>
        </p:txBody>
      </p:sp>
      <p:sp>
        <p:nvSpPr>
          <p:cNvPr id="254" name="Rectangle 31">
            <a:extLst>
              <a:ext uri="{C183D7F6-B498-43B3-948B-1728B52AA6E4}">
                <adec:decorative xmlns:adec="http://schemas.microsoft.com/office/drawing/2017/decorative" val="1"/>
              </a:ext>
            </a:extLst>
          </p:cNvPr>
          <p:cNvSpPr/>
          <p:nvPr/>
        </p:nvSpPr>
        <p:spPr>
          <a:xfrm>
            <a:off x="-9000" y="0"/>
            <a:ext cx="3178800" cy="225720"/>
          </a:xfrm>
          <a:prstGeom prst="rect">
            <a:avLst/>
          </a:prstGeom>
          <a:gradFill rotWithShape="0">
            <a:gsLst>
              <a:gs pos="34000">
                <a:srgbClr val="b80e0f"/>
              </a:gs>
              <a:gs pos="100000">
                <a:srgbClr val="5c0707"/>
              </a:gs>
            </a:gsLst>
            <a:path path="circle">
              <a:fillToRect l="50000" t="50000" r="50000" b="50000"/>
            </a:path>
          </a:gradFill>
          <a:ln>
            <a:noFill/>
          </a:ln>
        </p:spPr>
        <p:style>
          <a:lnRef idx="1">
            <a:schemeClr val="accent1"/>
          </a:lnRef>
          <a:fillRef idx="3">
            <a:schemeClr val="accent1"/>
          </a:fillRef>
          <a:effectRef idx="2">
            <a:schemeClr val="accent1"/>
          </a:effectRef>
          <a:fontRef idx="minor"/>
        </p:style>
        <p:txBody>
          <a:bodyPr lIns="90000" rIns="90000" tIns="45000" bIns="45000" anchor="t">
            <a:noAutofit/>
          </a:bodyPr>
          <a:p>
            <a:pPr defTabSz="457200">
              <a:lnSpc>
                <a:spcPct val="100000"/>
              </a:lnSpc>
            </a:pPr>
            <a:endParaRPr b="0" lang="en-IN" sz="1800" strike="noStrike" u="none">
              <a:solidFill>
                <a:schemeClr val="lt1"/>
              </a:solidFill>
              <a:effectLst/>
              <a:uFillTx/>
              <a:latin typeface="Impact"/>
            </a:endParaRPr>
          </a:p>
        </p:txBody>
      </p:sp>
      <p:sp>
        <p:nvSpPr>
          <p:cNvPr id="255" name="Rectangle 33">
            <a:extLst>
              <a:ext uri="{C183D7F6-B498-43B3-948B-1728B52AA6E4}">
                <adec:decorative xmlns:adec="http://schemas.microsoft.com/office/drawing/2017/decorative" val="1"/>
              </a:ext>
            </a:extLst>
          </p:cNvPr>
          <p:cNvSpPr/>
          <p:nvPr/>
        </p:nvSpPr>
        <p:spPr>
          <a:xfrm>
            <a:off x="-2520" y="5752800"/>
            <a:ext cx="3179520" cy="780120"/>
          </a:xfrm>
          <a:prstGeom prst="rect">
            <a:avLst/>
          </a:prstGeom>
          <a:gradFill rotWithShape="0">
            <a:gsLst>
              <a:gs pos="34000">
                <a:srgbClr val="b80e0f"/>
              </a:gs>
              <a:gs pos="100000">
                <a:srgbClr val="5c0707"/>
              </a:gs>
            </a:gsLst>
            <a:path path="circle">
              <a:fillToRect l="50000" t="50000" r="50000" b="50000"/>
            </a:path>
          </a:gradFill>
          <a:ln>
            <a:noFill/>
          </a:ln>
        </p:spPr>
        <p:style>
          <a:lnRef idx="1">
            <a:schemeClr val="accent1"/>
          </a:lnRef>
          <a:fillRef idx="3">
            <a:schemeClr val="accent1"/>
          </a:fillRef>
          <a:effectRef idx="2">
            <a:schemeClr val="accent1"/>
          </a:effectRef>
          <a:fontRef idx="minor"/>
        </p:style>
        <p:txBody>
          <a:bodyPr lIns="90000" rIns="90000" tIns="45000" bIns="45000" anchor="t">
            <a:noAutofit/>
          </a:bodyPr>
          <a:p>
            <a:pPr defTabSz="457200">
              <a:lnSpc>
                <a:spcPct val="100000"/>
              </a:lnSpc>
            </a:pPr>
            <a:endParaRPr b="0" lang="en-IN" sz="1800" strike="noStrike" u="none">
              <a:solidFill>
                <a:schemeClr val="lt1"/>
              </a:solidFill>
              <a:effectLst/>
              <a:uFillTx/>
              <a:latin typeface="Impact"/>
            </a:endParaRPr>
          </a:p>
        </p:txBody>
      </p:sp>
      <p:sp>
        <p:nvSpPr>
          <p:cNvPr id="256" name="Freeform 8">
            <a:extLst>
              <a:ext uri="{C183D7F6-B498-43B3-948B-1728B52AA6E4}">
                <adec:decorative xmlns:adec="http://schemas.microsoft.com/office/drawing/2017/decorative" val="1"/>
              </a:ext>
            </a:extLst>
          </p:cNvPr>
          <p:cNvSpPr/>
          <p:nvPr/>
        </p:nvSpPr>
        <p:spPr>
          <a:xfrm>
            <a:off x="-9000" y="0"/>
            <a:ext cx="3212640" cy="6576120"/>
          </a:xfrm>
          <a:custGeom>
            <a:avLst/>
            <a:gdLst>
              <a:gd name="textAreaLeft" fmla="*/ 0 w 3212640"/>
              <a:gd name="textAreaRight" fmla="*/ 3213000 w 3212640"/>
              <a:gd name="textAreaTop" fmla="*/ 0 h 6576120"/>
              <a:gd name="textAreaBottom" fmla="*/ 6576480 h 6576120"/>
            </a:gdLst>
            <a:ahLst/>
            <a:cxnLst/>
            <a:rect l="textAreaLeft" t="textAreaTop" r="textAreaRight" b="textAreaBottom"/>
            <a:pathLst>
              <a:path w="11367116" h="5751804">
                <a:moveTo>
                  <a:pt x="11346705" y="0"/>
                </a:moveTo>
                <a:cubicBezTo>
                  <a:pt x="11353509" y="1915114"/>
                  <a:pt x="11360312" y="3830229"/>
                  <a:pt x="11367116" y="5745343"/>
                </a:cubicBezTo>
                <a:lnTo>
                  <a:pt x="0" y="5751804"/>
                </a:lnTo>
              </a:path>
            </a:pathLst>
          </a:custGeom>
          <a:noFill/>
          <a:ln w="82550">
            <a:solidFill>
              <a:srgbClr val="000000">
                <a:lumMod val="50000"/>
                <a:lumOff val="50000"/>
              </a:srgbClr>
            </a:solidFill>
            <a:miter/>
          </a:ln>
        </p:spPr>
        <p:style>
          <a:lnRef idx="2">
            <a:schemeClr val="accent1"/>
          </a:lnRef>
          <a:fillRef idx="0">
            <a:schemeClr val="accent1"/>
          </a:fillRef>
          <a:effectRef idx="1">
            <a:schemeClr val="accent1"/>
          </a:effectRef>
          <a:fontRef idx="minor"/>
        </p:style>
        <p:txBody>
          <a:bodyPr lIns="90000" rIns="90000" tIns="45000" bIns="45000" anchor="t">
            <a:noAutofit/>
          </a:bodyPr>
          <a:p>
            <a:pPr defTabSz="457200">
              <a:lnSpc>
                <a:spcPct val="100000"/>
              </a:lnSpc>
            </a:pPr>
            <a:endParaRPr b="0" lang="en-IN" sz="1800" strike="noStrike" u="none">
              <a:solidFill>
                <a:schemeClr val="dk1"/>
              </a:solidFill>
              <a:effectLst/>
              <a:uFillTx/>
              <a:latin typeface="Impact"/>
            </a:endParaRPr>
          </a:p>
        </p:txBody>
      </p:sp>
      <p:sp>
        <p:nvSpPr>
          <p:cNvPr id="257" name="Rectangle 37">
            <a:extLst>
              <a:ext uri="{C183D7F6-B498-43B3-948B-1728B52AA6E4}">
                <adec:decorative xmlns:adec="http://schemas.microsoft.com/office/drawing/2017/decorative" val="1"/>
              </a:ext>
            </a:extLst>
          </p:cNvPr>
          <p:cNvSpPr/>
          <p:nvPr/>
        </p:nvSpPr>
        <p:spPr>
          <a:xfrm>
            <a:off x="3816720" y="450720"/>
            <a:ext cx="4979520" cy="5949720"/>
          </a:xfrm>
          <a:prstGeom prst="rect">
            <a:avLst/>
          </a:prstGeom>
          <a:solidFill>
            <a:schemeClr val="bg1"/>
          </a:solidFill>
          <a:ln w="57150">
            <a:noFill/>
          </a:ln>
          <a:effectLst>
            <a:outerShdw algn="ctr" blurRad="63360" rotWithShape="0" sx="102000" sy="102000">
              <a:srgbClr val="000000">
                <a:alpha val="40000"/>
              </a:srgbClr>
            </a:outerShdw>
          </a:effectLst>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Impact"/>
            </a:endParaRPr>
          </a:p>
        </p:txBody>
      </p:sp>
      <p:pic>
        <p:nvPicPr>
          <p:cNvPr id="258" name="Picture 6" descr="A screenshot of a computer&#10;&#10;AI-generated content may be incorrect."/>
          <p:cNvPicPr/>
          <p:nvPr/>
        </p:nvPicPr>
        <p:blipFill>
          <a:blip r:embed="rId4"/>
          <a:srcRect l="39584" t="21786" r="38488" b="24822"/>
          <a:stretch/>
        </p:blipFill>
        <p:spPr>
          <a:xfrm>
            <a:off x="3921840" y="668520"/>
            <a:ext cx="1691280" cy="1494000"/>
          </a:xfrm>
          <a:prstGeom prst="rect">
            <a:avLst/>
          </a:prstGeom>
          <a:noFill/>
          <a:ln w="0">
            <a:noFill/>
          </a:ln>
        </p:spPr>
      </p:pic>
      <p:pic>
        <p:nvPicPr>
          <p:cNvPr id="259" name="Picture 10" descr="A screenshot of a computer&#10;&#10;AI-generated content may be incorrect."/>
          <p:cNvPicPr/>
          <p:nvPr/>
        </p:nvPicPr>
        <p:blipFill>
          <a:blip r:embed="rId5"/>
          <a:srcRect l="41757" t="27527" r="39444" b="34007"/>
          <a:stretch/>
        </p:blipFill>
        <p:spPr>
          <a:xfrm>
            <a:off x="4572000" y="2613600"/>
            <a:ext cx="1894680" cy="1659600"/>
          </a:xfrm>
          <a:prstGeom prst="rect">
            <a:avLst/>
          </a:prstGeom>
          <a:noFill/>
          <a:ln w="0">
            <a:noFill/>
          </a:ln>
        </p:spPr>
      </p:pic>
      <p:sp>
        <p:nvSpPr>
          <p:cNvPr id="260" name="TextBox 14"/>
          <p:cNvSpPr/>
          <p:nvPr/>
        </p:nvSpPr>
        <p:spPr>
          <a:xfrm>
            <a:off x="5627520" y="1230840"/>
            <a:ext cx="1988640" cy="3690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800" strike="noStrike" u="none">
                <a:solidFill>
                  <a:schemeClr val="dk1"/>
                </a:solidFill>
                <a:effectLst/>
                <a:uFillTx/>
                <a:latin typeface="Impact"/>
              </a:rPr>
              <a:t>ADD CREDENTIAL</a:t>
            </a:r>
            <a:endParaRPr b="0" lang="en-IN" sz="1800" strike="noStrike" u="none">
              <a:solidFill>
                <a:srgbClr val="000000"/>
              </a:solidFill>
              <a:effectLst/>
              <a:uFillTx/>
              <a:latin typeface="Arial"/>
            </a:endParaRPr>
          </a:p>
        </p:txBody>
      </p:sp>
      <p:pic>
        <p:nvPicPr>
          <p:cNvPr id="261" name="Picture 18" descr="A screenshot of a computer&#10;&#10;AI-generated content may be incorrect."/>
          <p:cNvPicPr/>
          <p:nvPr/>
        </p:nvPicPr>
        <p:blipFill>
          <a:blip r:embed="rId6"/>
          <a:srcRect l="33832" t="29614" r="30959" b="34110"/>
          <a:stretch/>
        </p:blipFill>
        <p:spPr>
          <a:xfrm>
            <a:off x="3992400" y="4770000"/>
            <a:ext cx="2669760" cy="1419120"/>
          </a:xfrm>
          <a:prstGeom prst="rect">
            <a:avLst/>
          </a:prstGeom>
          <a:noFill/>
          <a:ln w="0">
            <a:noFill/>
          </a:ln>
        </p:spPr>
      </p:pic>
      <p:sp>
        <p:nvSpPr>
          <p:cNvPr id="262" name="TextBox 20"/>
          <p:cNvSpPr/>
          <p:nvPr/>
        </p:nvSpPr>
        <p:spPr>
          <a:xfrm>
            <a:off x="6638760" y="4993200"/>
            <a:ext cx="2774880" cy="6458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800" strike="noStrike" u="none">
                <a:solidFill>
                  <a:schemeClr val="dk1"/>
                </a:solidFill>
                <a:effectLst/>
                <a:uFillTx/>
                <a:latin typeface="Impact"/>
              </a:rPr>
              <a:t>PASSWORD STRENGTH CHECKER</a:t>
            </a:r>
            <a:endParaRPr b="0" lang="en-IN" sz="1800" strike="noStrike" u="none">
              <a:solidFill>
                <a:srgbClr val="000000"/>
              </a:solidFill>
              <a:effectLst/>
              <a:uFillTx/>
              <a:latin typeface="Arial"/>
            </a:endParaRPr>
          </a:p>
        </p:txBody>
      </p:sp>
      <p:sp>
        <p:nvSpPr>
          <p:cNvPr id="263" name="TextBox 22"/>
          <p:cNvSpPr/>
          <p:nvPr/>
        </p:nvSpPr>
        <p:spPr>
          <a:xfrm>
            <a:off x="6467040" y="3227760"/>
            <a:ext cx="2774880" cy="3690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800" strike="noStrike" u="none">
                <a:solidFill>
                  <a:schemeClr val="dk1"/>
                </a:solidFill>
                <a:effectLst/>
                <a:uFillTx/>
                <a:latin typeface="Impact"/>
              </a:rPr>
              <a:t>PASSWORD GENERATOR</a:t>
            </a:r>
            <a:endParaRPr b="0" lang="en-IN"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4" name="PlaceHolder 1"/>
          <p:cNvSpPr>
            <a:spLocks noGrp="1"/>
          </p:cNvSpPr>
          <p:nvPr>
            <p:ph type="title"/>
          </p:nvPr>
        </p:nvSpPr>
        <p:spPr>
          <a:xfrm>
            <a:off x="278280" y="109800"/>
            <a:ext cx="7797240" cy="1151640"/>
          </a:xfrm>
          <a:prstGeom prst="rect">
            <a:avLst/>
          </a:prstGeom>
          <a:noFill/>
          <a:ln w="0">
            <a:noFill/>
          </a:ln>
        </p:spPr>
        <p:txBody>
          <a:bodyPr lIns="91440" rIns="91440" tIns="45720" bIns="45720" anchor="ctr">
            <a:noAutofit/>
          </a:bodyPr>
          <a:p>
            <a:pPr indent="0" defTabSz="914400">
              <a:lnSpc>
                <a:spcPct val="90000"/>
              </a:lnSpc>
              <a:buNone/>
            </a:pPr>
            <a:r>
              <a:rPr b="0" lang="en-US" sz="4400" strike="noStrike" u="none" cap="all">
                <a:solidFill>
                  <a:schemeClr val="accent1"/>
                </a:solidFill>
                <a:effectLst/>
                <a:uFillTx/>
                <a:latin typeface="Impact"/>
              </a:rPr>
              <a:t>FUTURE ENHANCEMENTS </a:t>
            </a:r>
            <a:endParaRPr b="0" lang="en-US" sz="4400" strike="noStrike" u="none">
              <a:solidFill>
                <a:schemeClr val="dk1"/>
              </a:solidFill>
              <a:effectLst/>
              <a:uFillTx/>
              <a:latin typeface="Impact"/>
            </a:endParaRPr>
          </a:p>
        </p:txBody>
      </p:sp>
      <p:sp>
        <p:nvSpPr>
          <p:cNvPr id="265" name="PlaceHolder 2"/>
          <p:cNvSpPr>
            <a:spLocks noGrp="1"/>
          </p:cNvSpPr>
          <p:nvPr>
            <p:ph/>
          </p:nvPr>
        </p:nvSpPr>
        <p:spPr>
          <a:xfrm>
            <a:off x="278280" y="1773360"/>
            <a:ext cx="7797240" cy="3310920"/>
          </a:xfrm>
          <a:prstGeom prst="rect">
            <a:avLst/>
          </a:prstGeom>
          <a:noFill/>
          <a:ln w="0">
            <a:noFill/>
          </a:ln>
        </p:spPr>
        <p:txBody>
          <a:bodyPr lIns="91440" rIns="91440" tIns="45720" bIns="45720" anchor="ctr">
            <a:normAutofit lnSpcReduction="9999"/>
          </a:bodyPr>
          <a:p>
            <a:pPr marL="228600" indent="-228600" defTabSz="914400">
              <a:lnSpc>
                <a:spcPct val="120000"/>
              </a:lnSpc>
              <a:spcBef>
                <a:spcPts val="1001"/>
              </a:spcBef>
              <a:buClr>
                <a:srgbClr val="b80e0f"/>
              </a:buClr>
              <a:buSzPct val="160000"/>
              <a:buFont typeface="Arial"/>
              <a:buChar char="•"/>
            </a:pPr>
            <a:r>
              <a:rPr b="0" lang="en-US" sz="2000" strike="noStrike" u="none" cap="all">
                <a:solidFill>
                  <a:schemeClr val="dk1"/>
                </a:solidFill>
                <a:effectLst/>
                <a:uFillTx/>
                <a:latin typeface="Impact"/>
              </a:rPr>
              <a:t>Add </a:t>
            </a:r>
            <a:r>
              <a:rPr b="1" lang="en-US" sz="2000" strike="noStrike" u="none" cap="all">
                <a:solidFill>
                  <a:schemeClr val="dk1"/>
                </a:solidFill>
                <a:effectLst/>
                <a:uFillTx/>
                <a:latin typeface="Impact"/>
              </a:rPr>
              <a:t>Multi-Factor Authentication (MFA)</a:t>
            </a:r>
            <a:r>
              <a:rPr b="0" lang="en-US" sz="2000" strike="noStrike" u="none" cap="all">
                <a:solidFill>
                  <a:schemeClr val="dk1"/>
                </a:solidFill>
                <a:effectLst/>
                <a:uFillTx/>
                <a:latin typeface="Impact"/>
              </a:rPr>
              <a:t> for improved account security during login.</a:t>
            </a:r>
            <a:endParaRPr b="0" lang="en-US" sz="2000" strike="noStrike" u="none" cap="all">
              <a:solidFill>
                <a:schemeClr val="dk1"/>
              </a:solidFill>
              <a:effectLst/>
              <a:uFillTx/>
              <a:latin typeface="Impact"/>
            </a:endParaRPr>
          </a:p>
          <a:p>
            <a:pPr marL="228600" indent="-228600" defTabSz="914400">
              <a:lnSpc>
                <a:spcPct val="120000"/>
              </a:lnSpc>
              <a:spcBef>
                <a:spcPts val="1001"/>
              </a:spcBef>
              <a:buClr>
                <a:srgbClr val="b80e0f"/>
              </a:buClr>
              <a:buSzPct val="160000"/>
              <a:buFont typeface="Arial"/>
              <a:buChar char="•"/>
            </a:pPr>
            <a:r>
              <a:rPr b="0" lang="en-US" sz="2000" strike="noStrike" u="none" cap="all">
                <a:solidFill>
                  <a:schemeClr val="dk1"/>
                </a:solidFill>
                <a:effectLst/>
                <a:uFillTx/>
                <a:latin typeface="Impact"/>
              </a:rPr>
              <a:t>Implement </a:t>
            </a:r>
            <a:r>
              <a:rPr b="1" lang="en-US" sz="2000" strike="noStrike" u="none" cap="all">
                <a:solidFill>
                  <a:schemeClr val="dk1"/>
                </a:solidFill>
                <a:effectLst/>
                <a:uFillTx/>
                <a:latin typeface="Impact"/>
              </a:rPr>
              <a:t>encrypted export/import of saved credentials</a:t>
            </a:r>
            <a:r>
              <a:rPr b="0" lang="en-US" sz="2000" strike="noStrike" u="none" cap="all">
                <a:solidFill>
                  <a:schemeClr val="dk1"/>
                </a:solidFill>
                <a:effectLst/>
                <a:uFillTx/>
                <a:latin typeface="Impact"/>
              </a:rPr>
              <a:t> for secure backup and restoration.</a:t>
            </a:r>
            <a:endParaRPr b="0" lang="en-US" sz="2000" strike="noStrike" u="none" cap="all">
              <a:solidFill>
                <a:schemeClr val="dk1"/>
              </a:solidFill>
              <a:effectLst/>
              <a:uFillTx/>
              <a:latin typeface="Impact"/>
            </a:endParaRPr>
          </a:p>
          <a:p>
            <a:pPr marL="228600" indent="-228600" defTabSz="914400">
              <a:lnSpc>
                <a:spcPct val="120000"/>
              </a:lnSpc>
              <a:spcBef>
                <a:spcPts val="1001"/>
              </a:spcBef>
              <a:buClr>
                <a:srgbClr val="b80e0f"/>
              </a:buClr>
              <a:buSzPct val="160000"/>
              <a:buFont typeface="Arial"/>
              <a:buChar char="•"/>
            </a:pPr>
            <a:r>
              <a:rPr b="0" lang="en-US" sz="2000" strike="noStrike" u="none" cap="all">
                <a:solidFill>
                  <a:schemeClr val="dk1"/>
                </a:solidFill>
                <a:effectLst/>
                <a:uFillTx/>
                <a:latin typeface="Impact"/>
              </a:rPr>
              <a:t>Support </a:t>
            </a:r>
            <a:r>
              <a:rPr b="1" lang="en-US" sz="2000" strike="noStrike" u="none" cap="all">
                <a:solidFill>
                  <a:schemeClr val="dk1"/>
                </a:solidFill>
                <a:effectLst/>
                <a:uFillTx/>
                <a:latin typeface="Impact"/>
              </a:rPr>
              <a:t>biometric authentication (fingerprint/Face ID)</a:t>
            </a:r>
            <a:r>
              <a:rPr b="0" lang="en-US" sz="2000" strike="noStrike" u="none" cap="all">
                <a:solidFill>
                  <a:schemeClr val="dk1"/>
                </a:solidFill>
                <a:effectLst/>
                <a:uFillTx/>
                <a:latin typeface="Impact"/>
              </a:rPr>
              <a:t> where supported by OS.</a:t>
            </a:r>
            <a:endParaRPr b="0" lang="en-US" sz="2000" strike="noStrike" u="none" cap="all">
              <a:solidFill>
                <a:schemeClr val="dk1"/>
              </a:solidFill>
              <a:effectLst/>
              <a:uFillTx/>
              <a:latin typeface="Impact"/>
            </a:endParaRPr>
          </a:p>
          <a:p>
            <a:pPr marL="228600" indent="-228600" defTabSz="914400">
              <a:lnSpc>
                <a:spcPct val="120000"/>
              </a:lnSpc>
              <a:spcBef>
                <a:spcPts val="1001"/>
              </a:spcBef>
              <a:buClr>
                <a:srgbClr val="b80e0f"/>
              </a:buClr>
              <a:buSzPct val="160000"/>
              <a:buFont typeface="Arial"/>
              <a:buChar char="•"/>
            </a:pPr>
            <a:r>
              <a:rPr b="0" lang="en-US" sz="2000" strike="noStrike" u="none" cap="all">
                <a:solidFill>
                  <a:schemeClr val="dk1"/>
                </a:solidFill>
                <a:effectLst/>
                <a:uFillTx/>
                <a:latin typeface="Impact"/>
              </a:rPr>
              <a:t>Build a </a:t>
            </a:r>
            <a:r>
              <a:rPr b="1" lang="en-US" sz="2000" strike="noStrike" u="none" cap="all">
                <a:solidFill>
                  <a:schemeClr val="dk1"/>
                </a:solidFill>
                <a:effectLst/>
                <a:uFillTx/>
                <a:latin typeface="Impact"/>
              </a:rPr>
              <a:t>browser extension</a:t>
            </a:r>
            <a:r>
              <a:rPr b="0" lang="en-US" sz="2000" strike="noStrike" u="none" cap="all">
                <a:solidFill>
                  <a:schemeClr val="dk1"/>
                </a:solidFill>
                <a:effectLst/>
                <a:uFillTx/>
                <a:latin typeface="Impact"/>
              </a:rPr>
              <a:t> (Chrome/Firefox) to auto-fill credentials directly on websites.</a:t>
            </a:r>
            <a:endParaRPr b="0" lang="en-US" sz="2000" strike="noStrike" u="none" cap="all">
              <a:solidFill>
                <a:schemeClr val="dk1"/>
              </a:solidFill>
              <a:effectLst/>
              <a:uFillTx/>
              <a:latin typeface="Impact"/>
            </a:endParaRPr>
          </a:p>
          <a:p>
            <a:pPr indent="0" defTabSz="914400">
              <a:lnSpc>
                <a:spcPct val="120000"/>
              </a:lnSpc>
              <a:spcBef>
                <a:spcPts val="1001"/>
              </a:spcBef>
              <a:buNone/>
            </a:pPr>
            <a:endParaRPr b="0" lang="en-US" sz="2000" strike="noStrike" u="none" cap="all">
              <a:solidFill>
                <a:schemeClr val="dk1"/>
              </a:solidFill>
              <a:effectLst/>
              <a:uFillTx/>
              <a:latin typeface="Impact"/>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6" name="PlaceHolder 1"/>
          <p:cNvSpPr>
            <a:spLocks noGrp="1"/>
          </p:cNvSpPr>
          <p:nvPr>
            <p:ph type="title"/>
          </p:nvPr>
        </p:nvSpPr>
        <p:spPr>
          <a:xfrm>
            <a:off x="514440" y="685800"/>
            <a:ext cx="7797240" cy="1151640"/>
          </a:xfrm>
          <a:prstGeom prst="rect">
            <a:avLst/>
          </a:prstGeom>
          <a:noFill/>
          <a:ln w="0">
            <a:noFill/>
          </a:ln>
        </p:spPr>
        <p:txBody>
          <a:bodyPr lIns="91440" rIns="91440" tIns="45720" bIns="45720" anchor="ctr">
            <a:noAutofit/>
          </a:bodyPr>
          <a:p>
            <a:pPr indent="0" defTabSz="914400">
              <a:lnSpc>
                <a:spcPct val="90000"/>
              </a:lnSpc>
              <a:buNone/>
            </a:pPr>
            <a:r>
              <a:rPr b="0" lang="en-US" sz="4400" strike="noStrike" u="none" cap="all">
                <a:solidFill>
                  <a:schemeClr val="accent1"/>
                </a:solidFill>
                <a:effectLst/>
                <a:uFillTx/>
                <a:latin typeface="Impact"/>
              </a:rPr>
              <a:t>Conclusion</a:t>
            </a:r>
            <a:endParaRPr b="0" lang="en-US" sz="4400" strike="noStrike" u="none">
              <a:solidFill>
                <a:schemeClr val="dk1"/>
              </a:solidFill>
              <a:effectLst/>
              <a:uFillTx/>
              <a:latin typeface="Impact"/>
            </a:endParaRPr>
          </a:p>
        </p:txBody>
      </p:sp>
      <p:sp>
        <p:nvSpPr>
          <p:cNvPr id="267" name="PlaceHolder 2"/>
          <p:cNvSpPr>
            <a:spLocks noGrp="1"/>
          </p:cNvSpPr>
          <p:nvPr>
            <p:ph/>
          </p:nvPr>
        </p:nvSpPr>
        <p:spPr>
          <a:xfrm>
            <a:off x="514440" y="2063520"/>
            <a:ext cx="7797240" cy="3310920"/>
          </a:xfrm>
          <a:prstGeom prst="rect">
            <a:avLst/>
          </a:prstGeom>
          <a:noFill/>
          <a:ln w="0">
            <a:noFill/>
          </a:ln>
        </p:spPr>
        <p:txBody>
          <a:bodyPr lIns="91440" rIns="91440" tIns="45720" bIns="45720" anchor="ctr">
            <a:noAutofit/>
          </a:bodyPr>
          <a:p>
            <a:pPr marL="228600" indent="-228600" defTabSz="914400">
              <a:lnSpc>
                <a:spcPct val="120000"/>
              </a:lnSpc>
              <a:spcBef>
                <a:spcPts val="1001"/>
              </a:spcBef>
              <a:buClr>
                <a:srgbClr val="b80e0f"/>
              </a:buClr>
              <a:buSzPct val="160000"/>
              <a:buFont typeface="Arial"/>
              <a:buChar char="•"/>
            </a:pPr>
            <a:r>
              <a:rPr b="0" lang="en-US" sz="2000" strike="noStrike" u="none" cap="all">
                <a:solidFill>
                  <a:schemeClr val="dk1"/>
                </a:solidFill>
                <a:effectLst/>
                <a:uFillTx/>
                <a:latin typeface="Impact"/>
              </a:rPr>
              <a:t>SecureVault successfully provides secure password storage, a strong authentication system, password generation, and easy-to-use GUI. Future enhancements include encrypted database password storage and multi-factor authentication.</a:t>
            </a:r>
            <a:endParaRPr b="0" lang="en-US" sz="2000" strike="noStrike" u="none" cap="all">
              <a:solidFill>
                <a:schemeClr val="dk1"/>
              </a:solidFill>
              <a:effectLst/>
              <a:uFillTx/>
              <a:latin typeface="Impact"/>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pic>
        <p:nvPicPr>
          <p:cNvPr id="268" name="Picture 11" descr="">
            <a:extLst>
              <a:ext uri="{C183D7F6-B498-43B3-948B-1728B52AA6E4}">
                <adec:decorative xmlns:adec="http://schemas.microsoft.com/office/drawing/2017/decorative" val="1"/>
              </a:ext>
            </a:extLst>
          </p:cNvPr>
          <p:cNvPicPr/>
          <p:nvPr/>
        </p:nvPicPr>
        <p:blipFill>
          <a:blip r:embed="rId2"/>
          <a:stretch/>
        </p:blipFill>
        <p:spPr>
          <a:xfrm>
            <a:off x="0" y="0"/>
            <a:ext cx="9143640" cy="6857640"/>
          </a:xfrm>
          <a:prstGeom prst="rect">
            <a:avLst/>
          </a:prstGeom>
          <a:noFill/>
          <a:ln w="0">
            <a:noFill/>
          </a:ln>
        </p:spPr>
      </p:pic>
      <p:sp useBgFill="1">
        <p:nvSpPr>
          <p:cNvPr id="269" name="Freeform 11">
            <a:extLst>
              <a:ext uri="{C183D7F6-B498-43B3-948B-1728B52AA6E4}">
                <adec:decorative xmlns:adec="http://schemas.microsoft.com/office/drawing/2017/decorative" val="1"/>
              </a:ext>
            </a:extLst>
          </p:cNvPr>
          <p:cNvSpPr/>
          <p:nvPr/>
        </p:nvSpPr>
        <p:spPr>
          <a:xfrm>
            <a:off x="-11880" y="0"/>
            <a:ext cx="8762400" cy="6587640"/>
          </a:xfrm>
          <a:custGeom>
            <a:avLst/>
            <a:gdLst>
              <a:gd name="textAreaLeft" fmla="*/ 0 w 8762400"/>
              <a:gd name="textAreaRight" fmla="*/ 8762760 w 8762400"/>
              <a:gd name="textAreaTop" fmla="*/ 0 h 6587640"/>
              <a:gd name="textAreaBottom" fmla="*/ 6588000 h 6587640"/>
            </a:gdLst>
            <a:ahLst/>
            <a:cxnLst/>
            <a:rect l="textAreaLeft" t="textAreaTop" r="textAreaRight" b="textAreaBottom"/>
            <a:pathLst>
              <a:path w="11683810" h="6588125">
                <a:moveTo>
                  <a:pt x="0" y="0"/>
                </a:moveTo>
                <a:lnTo>
                  <a:pt x="11318691" y="0"/>
                </a:lnTo>
                <a:lnTo>
                  <a:pt x="11683810" y="5976938"/>
                </a:lnTo>
                <a:lnTo>
                  <a:pt x="15875" y="6588125"/>
                </a:lnTo>
                <a:cubicBezTo>
                  <a:pt x="10583" y="4386792"/>
                  <a:pt x="5292" y="2185458"/>
                  <a:pt x="0" y="0"/>
                </a:cubicBezTo>
                <a:close/>
              </a:path>
            </a:pathLst>
          </a:custGeom>
          <a:ln>
            <a:noFill/>
          </a:ln>
          <a:effectLst>
            <a:outerShdw algn="tl" blurRad="101520" dir="4384010" dist="152031" rotWithShape="0">
              <a:srgbClr val="000000">
                <a:alpha val="43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defTabSz="457200">
              <a:lnSpc>
                <a:spcPct val="100000"/>
              </a:lnSpc>
            </a:pPr>
            <a:endParaRPr b="0" lang="en-IN" sz="1800" strike="noStrike" u="none">
              <a:solidFill>
                <a:schemeClr val="lt1"/>
              </a:solidFill>
              <a:effectLst/>
              <a:uFillTx/>
              <a:latin typeface="Impact"/>
            </a:endParaRPr>
          </a:p>
        </p:txBody>
      </p:sp>
      <p:sp>
        <p:nvSpPr>
          <p:cNvPr id="270" name="Freeform 13">
            <a:extLst>
              <a:ext uri="{C183D7F6-B498-43B3-948B-1728B52AA6E4}">
                <adec:decorative xmlns:adec="http://schemas.microsoft.com/office/drawing/2017/decorative" val="1"/>
              </a:ext>
            </a:extLst>
          </p:cNvPr>
          <p:cNvSpPr/>
          <p:nvPr/>
        </p:nvSpPr>
        <p:spPr>
          <a:xfrm>
            <a:off x="0" y="4282200"/>
            <a:ext cx="8496720" cy="2028600"/>
          </a:xfrm>
          <a:custGeom>
            <a:avLst/>
            <a:gdLst>
              <a:gd name="textAreaLeft" fmla="*/ 0 w 8496720"/>
              <a:gd name="textAreaRight" fmla="*/ 8497080 w 8496720"/>
              <a:gd name="textAreaTop" fmla="*/ 0 h 2028600"/>
              <a:gd name="textAreaBottom" fmla="*/ 2028960 h 2028600"/>
            </a:gdLst>
            <a:ahLst/>
            <a:cxnLst/>
            <a:rect l="textAreaLeft" t="textAreaTop" r="textAreaRight" b="textAreaBottom"/>
            <a:pathLst>
              <a:path w="11329257" h="2028845">
                <a:moveTo>
                  <a:pt x="0" y="588520"/>
                </a:moveTo>
                <a:lnTo>
                  <a:pt x="11244075" y="0"/>
                </a:lnTo>
                <a:lnTo>
                  <a:pt x="11329257" y="1424838"/>
                </a:lnTo>
                <a:lnTo>
                  <a:pt x="0" y="2028845"/>
                </a:lnTo>
                <a:lnTo>
                  <a:pt x="0" y="588520"/>
                </a:lnTo>
                <a:close/>
              </a:path>
            </a:pathLst>
          </a:custGeom>
          <a:gradFill rotWithShape="0">
            <a:gsLst>
              <a:gs pos="34000">
                <a:srgbClr val="b80e0f"/>
              </a:gs>
              <a:gs pos="100000">
                <a:srgbClr val="5c0707"/>
              </a:gs>
            </a:gsLst>
            <a:path path="circle">
              <a:fillToRect l="50000" t="50000" r="50000" b="50000"/>
            </a:path>
          </a:gradFill>
          <a:ln>
            <a:noFill/>
          </a:ln>
        </p:spPr>
        <p:style>
          <a:lnRef idx="1">
            <a:schemeClr val="accent1"/>
          </a:lnRef>
          <a:fillRef idx="3">
            <a:schemeClr val="accent1"/>
          </a:fillRef>
          <a:effectRef idx="2">
            <a:schemeClr val="accent1"/>
          </a:effectRef>
          <a:fontRef idx="minor"/>
        </p:style>
        <p:txBody>
          <a:bodyPr lIns="90000" rIns="90000" tIns="45000" bIns="45000" anchor="t">
            <a:noAutofit/>
          </a:bodyPr>
          <a:p>
            <a:pPr defTabSz="457200">
              <a:lnSpc>
                <a:spcPct val="100000"/>
              </a:lnSpc>
            </a:pPr>
            <a:endParaRPr b="0" lang="en-IN" sz="1800" strike="noStrike" u="none">
              <a:solidFill>
                <a:schemeClr val="lt1"/>
              </a:solidFill>
              <a:effectLst/>
              <a:uFillTx/>
              <a:latin typeface="Impact"/>
            </a:endParaRPr>
          </a:p>
        </p:txBody>
      </p:sp>
      <p:sp>
        <p:nvSpPr>
          <p:cNvPr id="271" name="Freeform 25">
            <a:extLst>
              <a:ext uri="{C183D7F6-B498-43B3-948B-1728B52AA6E4}">
                <adec:decorative xmlns:adec="http://schemas.microsoft.com/office/drawing/2017/decorative" val="1"/>
              </a:ext>
            </a:extLst>
          </p:cNvPr>
          <p:cNvSpPr/>
          <p:nvPr/>
        </p:nvSpPr>
        <p:spPr>
          <a:xfrm>
            <a:off x="0" y="0"/>
            <a:ext cx="6539400" cy="456480"/>
          </a:xfrm>
          <a:custGeom>
            <a:avLst/>
            <a:gdLst>
              <a:gd name="textAreaLeft" fmla="*/ 0 w 6539400"/>
              <a:gd name="textAreaRight" fmla="*/ 6539760 w 6539400"/>
              <a:gd name="textAreaTop" fmla="*/ 0 h 456480"/>
              <a:gd name="textAreaBottom" fmla="*/ 456840 h 456480"/>
            </a:gdLst>
            <a:ahLst/>
            <a:cxnLst/>
            <a:rect l="textAreaLeft" t="textAreaTop" r="textAreaRight" b="textAreaBottom"/>
            <a:pathLst>
              <a:path w="8719579" h="456877">
                <a:moveTo>
                  <a:pt x="0" y="0"/>
                </a:moveTo>
                <a:lnTo>
                  <a:pt x="8719579" y="0"/>
                </a:lnTo>
                <a:lnTo>
                  <a:pt x="0" y="456877"/>
                </a:lnTo>
                <a:lnTo>
                  <a:pt x="0" y="0"/>
                </a:lnTo>
                <a:close/>
              </a:path>
            </a:pathLst>
          </a:custGeom>
          <a:gradFill rotWithShape="0">
            <a:gsLst>
              <a:gs pos="34000">
                <a:srgbClr val="b80e0f"/>
              </a:gs>
              <a:gs pos="100000">
                <a:srgbClr val="5c0707"/>
              </a:gs>
            </a:gsLst>
            <a:path path="circle">
              <a:fillToRect l="50000" t="50000" r="50000" b="50000"/>
            </a:path>
          </a:gradFill>
          <a:ln>
            <a:noFill/>
          </a:ln>
        </p:spPr>
        <p:style>
          <a:lnRef idx="1">
            <a:schemeClr val="accent1"/>
          </a:lnRef>
          <a:fillRef idx="3">
            <a:schemeClr val="accent1"/>
          </a:fillRef>
          <a:effectRef idx="2">
            <a:schemeClr val="accent1"/>
          </a:effectRef>
          <a:fontRef idx="minor"/>
        </p:style>
        <p:txBody>
          <a:bodyPr lIns="90000" rIns="90000" tIns="45000" bIns="45000" anchor="t">
            <a:noAutofit/>
          </a:bodyPr>
          <a:p>
            <a:pPr defTabSz="457200">
              <a:lnSpc>
                <a:spcPct val="100000"/>
              </a:lnSpc>
            </a:pPr>
            <a:endParaRPr b="0" lang="en-IN" sz="1800" strike="noStrike" u="none">
              <a:solidFill>
                <a:schemeClr val="lt1"/>
              </a:solidFill>
              <a:effectLst/>
              <a:uFillTx/>
              <a:latin typeface="Impact"/>
            </a:endParaRPr>
          </a:p>
        </p:txBody>
      </p:sp>
      <p:sp>
        <p:nvSpPr>
          <p:cNvPr id="272" name="Freeform 14">
            <a:extLst>
              <a:ext uri="{C183D7F6-B498-43B3-948B-1728B52AA6E4}">
                <adec:decorative xmlns:adec="http://schemas.microsoft.com/office/drawing/2017/decorative" val="1"/>
              </a:ext>
            </a:extLst>
          </p:cNvPr>
          <p:cNvSpPr/>
          <p:nvPr/>
        </p:nvSpPr>
        <p:spPr>
          <a:xfrm rot="21420000">
            <a:off x="-121320" y="293040"/>
            <a:ext cx="8524800" cy="5751360"/>
          </a:xfrm>
          <a:custGeom>
            <a:avLst/>
            <a:gdLst>
              <a:gd name="textAreaLeft" fmla="*/ 0 w 8524800"/>
              <a:gd name="textAreaRight" fmla="*/ 8525160 w 8524800"/>
              <a:gd name="textAreaTop" fmla="*/ 0 h 5751360"/>
              <a:gd name="textAreaBottom" fmla="*/ 5751720 h 5751360"/>
            </a:gdLst>
            <a:ahLst/>
            <a:cxnLst/>
            <a:rect l="textAreaLeft" t="textAreaTop" r="textAreaRight" b="textAreaBottom"/>
            <a:pathLst>
              <a:path w="11367116" h="5751804">
                <a:moveTo>
                  <a:pt x="11346705" y="0"/>
                </a:moveTo>
                <a:cubicBezTo>
                  <a:pt x="11353509" y="1915114"/>
                  <a:pt x="11360312" y="3830229"/>
                  <a:pt x="11367116" y="5745343"/>
                </a:cubicBezTo>
                <a:lnTo>
                  <a:pt x="0" y="5751804"/>
                </a:lnTo>
              </a:path>
            </a:pathLst>
          </a:custGeom>
          <a:noFill/>
          <a:ln w="82550">
            <a:solidFill>
              <a:srgbClr val="000000">
                <a:lumMod val="50000"/>
                <a:lumOff val="50000"/>
              </a:srgbClr>
            </a:solidFill>
            <a:miter/>
          </a:ln>
        </p:spPr>
        <p:style>
          <a:lnRef idx="2">
            <a:schemeClr val="accent1"/>
          </a:lnRef>
          <a:fillRef idx="0">
            <a:schemeClr val="accent1"/>
          </a:fillRef>
          <a:effectRef idx="1">
            <a:schemeClr val="accent1"/>
          </a:effectRef>
          <a:fontRef idx="minor"/>
        </p:style>
        <p:txBody>
          <a:bodyPr lIns="90000" rIns="90000" tIns="45000" bIns="45000" anchor="t">
            <a:noAutofit/>
          </a:bodyPr>
          <a:p>
            <a:pPr defTabSz="457200">
              <a:lnSpc>
                <a:spcPct val="100000"/>
              </a:lnSpc>
            </a:pPr>
            <a:endParaRPr b="0" lang="en-IN" sz="1800" strike="noStrike" u="none">
              <a:solidFill>
                <a:schemeClr val="dk1"/>
              </a:solidFill>
              <a:effectLst/>
              <a:uFillTx/>
              <a:latin typeface="Impact"/>
            </a:endParaRPr>
          </a:p>
        </p:txBody>
      </p:sp>
      <p:sp>
        <p:nvSpPr>
          <p:cNvPr id="273" name="5-Point Star 24">
            <a:extLst>
              <a:ext uri="{C183D7F6-B498-43B3-948B-1728B52AA6E4}">
                <adec:decorative xmlns:adec="http://schemas.microsoft.com/office/drawing/2017/decorative" val="1"/>
              </a:ext>
            </a:extLst>
          </p:cNvPr>
          <p:cNvSpPr/>
          <p:nvPr/>
        </p:nvSpPr>
        <p:spPr>
          <a:xfrm rot="21420000">
            <a:off x="3165840" y="5110920"/>
            <a:ext cx="386280" cy="515160"/>
          </a:xfrm>
          <a:prstGeom prst="star5">
            <a:avLst>
              <a:gd name="adj" fmla="val 26693"/>
              <a:gd name="hf" fmla="val 105146"/>
              <a:gd name="vf" fmla="val 110557"/>
            </a:avLst>
          </a:prstGeom>
          <a:solidFill>
            <a:schemeClr val="dk1">
              <a:alpha val="40000"/>
            </a:schemeClr>
          </a:solidFill>
          <a:ln>
            <a:noFill/>
          </a:ln>
        </p:spPr>
        <p:style>
          <a:lnRef idx="1">
            <a:schemeClr val="accent1"/>
          </a:lnRef>
          <a:fillRef idx="3">
            <a:schemeClr val="accent1"/>
          </a:fillRef>
          <a:effectRef idx="2">
            <a:schemeClr val="accent1"/>
          </a:effectRef>
          <a:fontRef idx="minor"/>
        </p:style>
        <p:txBody>
          <a:bodyPr lIns="90000" rIns="90000" tIns="45000" bIns="45000" anchor="t">
            <a:noAutofit/>
          </a:bodyPr>
          <a:p>
            <a:pPr defTabSz="457200">
              <a:lnSpc>
                <a:spcPct val="100000"/>
              </a:lnSpc>
            </a:pPr>
            <a:endParaRPr b="0" lang="en-IN" sz="1800" strike="noStrike" u="none">
              <a:solidFill>
                <a:schemeClr val="lt1"/>
              </a:solidFill>
              <a:effectLst/>
              <a:uFillTx/>
              <a:latin typeface="Impact"/>
            </a:endParaRPr>
          </a:p>
        </p:txBody>
      </p:sp>
      <p:pic>
        <p:nvPicPr>
          <p:cNvPr id="274" name="Picture 23" descr="">
            <a:extLst>
              <a:ext uri="{C183D7F6-B498-43B3-948B-1728B52AA6E4}">
                <adec:decorative xmlns:adec="http://schemas.microsoft.com/office/drawing/2017/decorative" val="1"/>
              </a:ext>
            </a:extLst>
          </p:cNvPr>
          <p:cNvPicPr/>
          <p:nvPr/>
        </p:nvPicPr>
        <p:blipFill>
          <a:blip r:embed="rId3"/>
          <a:stretch/>
        </p:blipFill>
        <p:spPr>
          <a:xfrm>
            <a:off x="0" y="0"/>
            <a:ext cx="9143640" cy="6857640"/>
          </a:xfrm>
          <a:prstGeom prst="rect">
            <a:avLst/>
          </a:prstGeom>
          <a:noFill/>
          <a:ln w="0">
            <a:noFill/>
          </a:ln>
        </p:spPr>
      </p:pic>
      <p:sp useBgFill="1">
        <p:nvSpPr>
          <p:cNvPr id="275" name="Rectangle 25">
            <a:extLst>
              <a:ext uri="{C183D7F6-B498-43B3-948B-1728B52AA6E4}">
                <adec:decorative xmlns:adec="http://schemas.microsoft.com/office/drawing/2017/decorative" val="1"/>
              </a:ext>
            </a:extLst>
          </p:cNvPr>
          <p:cNvSpPr/>
          <p:nvPr/>
        </p:nvSpPr>
        <p:spPr>
          <a:xfrm>
            <a:off x="-2520" y="0"/>
            <a:ext cx="3474360" cy="6857640"/>
          </a:xfrm>
          <a:prstGeom prst="rect">
            <a:avLst/>
          </a:prstGeom>
          <a:ln>
            <a:noFill/>
          </a:ln>
          <a:effectLst>
            <a:outerShdw algn="l" blurRad="50760" dist="38160" rotWithShape="0">
              <a:srgbClr val="000000">
                <a:alpha val="40000"/>
              </a:srgbClr>
            </a:outerShdw>
          </a:effectLst>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Impact"/>
            </a:endParaRPr>
          </a:p>
        </p:txBody>
      </p:sp>
      <p:sp>
        <p:nvSpPr>
          <p:cNvPr id="276" name="Freeform 5">
            <a:extLst>
              <a:ext uri="{C183D7F6-B498-43B3-948B-1728B52AA6E4}">
                <adec:decorative xmlns:adec="http://schemas.microsoft.com/office/drawing/2017/decorative" val="1"/>
              </a:ext>
            </a:extLst>
          </p:cNvPr>
          <p:cNvSpPr/>
          <p:nvPr/>
        </p:nvSpPr>
        <p:spPr>
          <a:xfrm>
            <a:off x="-8280" y="0"/>
            <a:ext cx="3219480" cy="6576120"/>
          </a:xfrm>
          <a:custGeom>
            <a:avLst/>
            <a:gdLst>
              <a:gd name="textAreaLeft" fmla="*/ 0 w 3219480"/>
              <a:gd name="textAreaRight" fmla="*/ 3219840 w 3219480"/>
              <a:gd name="textAreaTop" fmla="*/ 0 h 6576120"/>
              <a:gd name="textAreaBottom" fmla="*/ 6576480 h 6576120"/>
            </a:gdLst>
            <a:ahLst/>
            <a:cxnLst/>
            <a:rect l="textAreaLeft" t="textAreaTop" r="textAreaRight" b="textAreaBottom"/>
            <a:pathLst>
              <a:path w="11367116" h="5751804">
                <a:moveTo>
                  <a:pt x="11346705" y="0"/>
                </a:moveTo>
                <a:cubicBezTo>
                  <a:pt x="11353509" y="1915114"/>
                  <a:pt x="11360312" y="3830229"/>
                  <a:pt x="11367116" y="5745343"/>
                </a:cubicBezTo>
                <a:lnTo>
                  <a:pt x="0" y="5751804"/>
                </a:lnTo>
              </a:path>
            </a:pathLst>
          </a:custGeom>
          <a:noFill/>
          <a:ln w="82550">
            <a:solidFill>
              <a:srgbClr val="000000">
                <a:lumMod val="50000"/>
                <a:lumOff val="50000"/>
              </a:srgbClr>
            </a:solidFill>
            <a:miter/>
          </a:ln>
        </p:spPr>
        <p:style>
          <a:lnRef idx="2">
            <a:schemeClr val="accent1"/>
          </a:lnRef>
          <a:fillRef idx="0">
            <a:schemeClr val="accent1"/>
          </a:fillRef>
          <a:effectRef idx="1">
            <a:schemeClr val="accent1"/>
          </a:effectRef>
          <a:fontRef idx="minor"/>
        </p:style>
        <p:txBody>
          <a:bodyPr lIns="90000" rIns="90000" tIns="45000" bIns="45000" anchor="t">
            <a:noAutofit/>
          </a:bodyPr>
          <a:p>
            <a:pPr defTabSz="457200">
              <a:lnSpc>
                <a:spcPct val="100000"/>
              </a:lnSpc>
            </a:pPr>
            <a:endParaRPr b="0" lang="en-IN" sz="1800" strike="noStrike" u="none">
              <a:solidFill>
                <a:schemeClr val="dk1"/>
              </a:solidFill>
              <a:effectLst/>
              <a:uFillTx/>
              <a:latin typeface="Impact"/>
            </a:endParaRPr>
          </a:p>
        </p:txBody>
      </p:sp>
      <p:sp>
        <p:nvSpPr>
          <p:cNvPr id="277" name="PlaceHolder 1"/>
          <p:cNvSpPr>
            <a:spLocks noGrp="1"/>
          </p:cNvSpPr>
          <p:nvPr>
            <p:ph type="title"/>
          </p:nvPr>
        </p:nvSpPr>
        <p:spPr>
          <a:xfrm>
            <a:off x="335160" y="1304280"/>
            <a:ext cx="2494800" cy="2901600"/>
          </a:xfrm>
          <a:prstGeom prst="rect">
            <a:avLst/>
          </a:prstGeom>
          <a:noFill/>
          <a:ln w="0">
            <a:noFill/>
          </a:ln>
        </p:spPr>
        <p:txBody>
          <a:bodyPr lIns="91440" rIns="91440" tIns="45720" bIns="45720" anchor="b">
            <a:normAutofit/>
          </a:bodyPr>
          <a:p>
            <a:pPr indent="0" algn="r" defTabSz="914400">
              <a:lnSpc>
                <a:spcPct val="90000"/>
              </a:lnSpc>
              <a:buNone/>
            </a:pPr>
            <a:r>
              <a:rPr b="0" lang="en-US" sz="5700" strike="noStrike" u="none" cap="all">
                <a:solidFill>
                  <a:schemeClr val="accent1"/>
                </a:solidFill>
                <a:effectLst/>
                <a:uFillTx/>
                <a:latin typeface="Impact"/>
              </a:rPr>
              <a:t>Thank You</a:t>
            </a:r>
            <a:endParaRPr b="0" lang="en-US" sz="5700" strike="noStrike" u="none">
              <a:solidFill>
                <a:schemeClr val="dk1"/>
              </a:solidFill>
              <a:effectLst/>
              <a:uFillTx/>
              <a:latin typeface="Impact"/>
            </a:endParaRPr>
          </a:p>
        </p:txBody>
      </p:sp>
      <p:sp>
        <p:nvSpPr>
          <p:cNvPr id="278" name="Rectangle 29">
            <a:extLst>
              <a:ext uri="{C183D7F6-B498-43B3-948B-1728B52AA6E4}">
                <adec:decorative xmlns:adec="http://schemas.microsoft.com/office/drawing/2017/decorative" val="1"/>
              </a:ext>
            </a:extLst>
          </p:cNvPr>
          <p:cNvSpPr/>
          <p:nvPr/>
        </p:nvSpPr>
        <p:spPr>
          <a:xfrm>
            <a:off x="0" y="0"/>
            <a:ext cx="3186360" cy="225720"/>
          </a:xfrm>
          <a:prstGeom prst="rect">
            <a:avLst/>
          </a:prstGeom>
          <a:gradFill rotWithShape="0">
            <a:gsLst>
              <a:gs pos="34000">
                <a:srgbClr val="b80e0f"/>
              </a:gs>
              <a:gs pos="100000">
                <a:srgbClr val="5c0707"/>
              </a:gs>
            </a:gsLst>
            <a:path path="circle">
              <a:fillToRect l="50000" t="50000" r="50000" b="50000"/>
            </a:path>
          </a:gradFill>
          <a:ln>
            <a:noFill/>
          </a:ln>
        </p:spPr>
        <p:style>
          <a:lnRef idx="1">
            <a:schemeClr val="accent1"/>
          </a:lnRef>
          <a:fillRef idx="3">
            <a:schemeClr val="accent1"/>
          </a:fillRef>
          <a:effectRef idx="2">
            <a:schemeClr val="accent1"/>
          </a:effectRef>
          <a:fontRef idx="minor"/>
        </p:style>
        <p:txBody>
          <a:bodyPr lIns="90000" rIns="90000" tIns="45000" bIns="45000" anchor="t">
            <a:noAutofit/>
          </a:bodyPr>
          <a:p>
            <a:pPr defTabSz="457200">
              <a:lnSpc>
                <a:spcPct val="100000"/>
              </a:lnSpc>
            </a:pPr>
            <a:endParaRPr b="0" lang="en-IN" sz="1800" strike="noStrike" u="none">
              <a:solidFill>
                <a:schemeClr val="lt1"/>
              </a:solidFill>
              <a:effectLst/>
              <a:uFillTx/>
              <a:latin typeface="Impact"/>
            </a:endParaRPr>
          </a:p>
        </p:txBody>
      </p:sp>
      <p:sp>
        <p:nvSpPr>
          <p:cNvPr id="279" name="Rectangle 31">
            <a:extLst>
              <a:ext uri="{C183D7F6-B498-43B3-948B-1728B52AA6E4}">
                <adec:decorative xmlns:adec="http://schemas.microsoft.com/office/drawing/2017/decorative" val="1"/>
              </a:ext>
            </a:extLst>
          </p:cNvPr>
          <p:cNvSpPr/>
          <p:nvPr/>
        </p:nvSpPr>
        <p:spPr>
          <a:xfrm>
            <a:off x="0" y="5752800"/>
            <a:ext cx="3187440" cy="780120"/>
          </a:xfrm>
          <a:prstGeom prst="rect">
            <a:avLst/>
          </a:prstGeom>
          <a:gradFill rotWithShape="0">
            <a:gsLst>
              <a:gs pos="34000">
                <a:srgbClr val="b80e0f"/>
              </a:gs>
              <a:gs pos="100000">
                <a:srgbClr val="5c0707"/>
              </a:gs>
            </a:gsLst>
            <a:path path="circle">
              <a:fillToRect l="50000" t="50000" r="50000" b="50000"/>
            </a:path>
          </a:gradFill>
          <a:ln>
            <a:noFill/>
          </a:ln>
        </p:spPr>
        <p:style>
          <a:lnRef idx="1">
            <a:schemeClr val="accent1"/>
          </a:lnRef>
          <a:fillRef idx="3">
            <a:schemeClr val="accent1"/>
          </a:fillRef>
          <a:effectRef idx="2">
            <a:schemeClr val="accent1"/>
          </a:effectRef>
          <a:fontRef idx="minor"/>
        </p:style>
        <p:txBody>
          <a:bodyPr lIns="90000" rIns="90000" tIns="45000" bIns="45000" anchor="t">
            <a:noAutofit/>
          </a:bodyPr>
          <a:p>
            <a:pPr defTabSz="457200">
              <a:lnSpc>
                <a:spcPct val="100000"/>
              </a:lnSpc>
            </a:pPr>
            <a:endParaRPr b="0" lang="en-IN" sz="1800" strike="noStrike" u="none">
              <a:solidFill>
                <a:schemeClr val="lt1"/>
              </a:solidFill>
              <a:effectLst/>
              <a:uFillTx/>
              <a:latin typeface="Impact"/>
            </a:endParaRPr>
          </a:p>
        </p:txBody>
      </p:sp>
      <p:sp>
        <p:nvSpPr>
          <p:cNvPr id="280" name="Rectangle 33">
            <a:extLst>
              <a:ext uri="{C183D7F6-B498-43B3-948B-1728B52AA6E4}">
                <adec:decorative xmlns:adec="http://schemas.microsoft.com/office/drawing/2017/decorative" val="1"/>
              </a:ext>
            </a:extLst>
          </p:cNvPr>
          <p:cNvSpPr/>
          <p:nvPr/>
        </p:nvSpPr>
        <p:spPr>
          <a:xfrm>
            <a:off x="3818880" y="450720"/>
            <a:ext cx="4977360" cy="5949720"/>
          </a:xfrm>
          <a:prstGeom prst="rect">
            <a:avLst/>
          </a:prstGeom>
          <a:solidFill>
            <a:schemeClr val="bg1"/>
          </a:solidFill>
          <a:ln w="57150">
            <a:noFill/>
          </a:ln>
          <a:effectLst>
            <a:outerShdw algn="ctr" blurRad="63360" rotWithShape="0" sx="102000" sy="102000">
              <a:srgbClr val="000000">
                <a:alpha val="40000"/>
              </a:srgbClr>
            </a:outerShdw>
          </a:effectLst>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Impact"/>
            </a:endParaRPr>
          </a:p>
        </p:txBody>
      </p:sp>
      <p:pic>
        <p:nvPicPr>
          <p:cNvPr id="281" name="Graphic 8" descr="Smiling Face with No Fill"/>
          <p:cNvPicPr/>
          <p:nvPr/>
        </p:nvPicPr>
        <p:blipFill>
          <a:blip r:embed="rId4">
            <a:extLst>
              <a:ext uri="{96DAC541-7B7A-43D3-8B79-37D633B846F1}">
                <asvg:svgBlip xmlns:asvg="http://schemas.microsoft.com/office/drawing/2016/SVG/main" r:embed="rId5"/>
              </a:ext>
            </a:extLst>
          </a:blip>
          <a:stretch/>
        </p:blipFill>
        <p:spPr>
          <a:xfrm>
            <a:off x="3990960" y="1110600"/>
            <a:ext cx="4630680" cy="4630680"/>
          </a:xfrm>
          <a:prstGeom prst="rect">
            <a:avLst/>
          </a:prstGeom>
          <a:noFill/>
          <a:ln w="0">
            <a:noFill/>
          </a:ln>
        </p:spPr>
      </p:pic>
    </p:spTree>
  </p:cSld>
  <mc:AlternateContent>
    <mc:Choice Requires="p14">
      <p:transition spd="slow" p14:dur="2000"/>
    </mc:Choice>
    <mc:Fallback>
      <p:transition spd="slow"/>
    </mc:Fallback>
  </mc:AlternateContent>
</p:sld>
</file>

<file path=ppt/theme/_rels/theme1.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2.jpeg"/>
</Relationships>
</file>

<file path=ppt/theme/theme1.xml><?xml version="1.0" encoding="utf-8"?>
<a:theme xmlns:a="http://schemas.openxmlformats.org/drawingml/2006/main" xmlns:r="http://schemas.openxmlformats.org/officeDocument/2006/relationships" name="Main Event">
  <a:themeElements>
    <a:clrScheme name="Main Event">
      <a:dk1>
        <a:srgbClr val="000000"/>
      </a:dk1>
      <a:lt1>
        <a:srgbClr val="ffffff"/>
      </a:lt1>
      <a:dk2>
        <a:srgbClr val="424242"/>
      </a:dk2>
      <a:lt2>
        <a:srgbClr val="c8c8c8"/>
      </a:lt2>
      <a:accent1>
        <a:srgbClr val="b80e0f"/>
      </a:accent1>
      <a:accent2>
        <a:srgbClr val="a6987d"/>
      </a:accent2>
      <a:accent3>
        <a:srgbClr val="7f9a71"/>
      </a:accent3>
      <a:accent4>
        <a:srgbClr val="64969f"/>
      </a:accent4>
      <a:accent5>
        <a:srgbClr val="9b75b2"/>
      </a:accent5>
      <a:accent6>
        <a:srgbClr val="80737a"/>
      </a:accent6>
      <a:hlink>
        <a:srgbClr val="f21213"/>
      </a:hlink>
      <a:folHlink>
        <a:srgbClr val="b6a394"/>
      </a:folHlink>
    </a:clrScheme>
    <a:fontScheme name="Main Event">
      <a:majorFont>
        <a:latin typeface="Impact" panose="020B0806030902050204" pitchFamily="0" charset="1"/>
        <a:ea typeface=""/>
        <a:cs typeface=""/>
      </a:majorFont>
      <a:minorFont>
        <a:latin typeface="Impact" panose="020B0806030902050204" pitchFamily="0" charset="1"/>
        <a:ea typeface=""/>
        <a:cs typeface=""/>
      </a:minorFont>
    </a:fontScheme>
    <a:fmtScheme>
      <a:fillStyleLst>
        <a:solidFill>
          <a:schemeClr val="phClr"/>
        </a:solidFill>
        <a:solidFill>
          <a:schemeClr val="phClr">
            <a:tint val="69000"/>
            <a:lumMod val="110000"/>
          </a:schemeClr>
        </a:solidFill>
        <a:blipFill rotWithShape="0">
          <a:blip r:embed="rId1"/>
          <a:srcRect l="0" t="0" r="0" b="0"/>
          <a:tile tx="0" ty="0" sx="100000" sy="100000" flip="none" algn="tl"/>
        </a:blipFill>
      </a:fillStyleLst>
      <a:lnStyleLst>
        <a:ln w="9525" cap="flat" cmpd="sng" algn="ctr">
          <a:prstDash val="solid"/>
        </a:ln>
        <a:ln w="19050" cap="flat" cmpd="sng" algn="ctr">
          <a:prstDash val="solid"/>
        </a:ln>
        <a:ln w="254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10000"/>
              </a:schemeClr>
            </a:gs>
            <a:gs pos="100000">
              <a:schemeClr val="phClr">
                <a:shade val="88000"/>
                <a:lumMod val="88000"/>
              </a:schemeClr>
            </a:gs>
          </a:gsLst>
          <a:lin ang="5400000" scaled="0"/>
          <a:tileRect l="0" t="0" r="0" b="0"/>
        </a:gradFill>
        <a:blipFill rotWithShape="0">
          <a:blip r:embed="rId2"/>
          <a:srcRect l="0" t="0" r="0" b="0"/>
          <a:stretch>
            <a:fillRect l="0" t="0" r="0" b="0"/>
          </a:stretch>
        </a:blipFill>
      </a:bgFillStyleLst>
    </a:fmtScheme>
  </a:themeElements>
</a:theme>
</file>

<file path=docProps/app.xml><?xml version="1.0" encoding="utf-8"?>
<Properties xmlns="http://schemas.openxmlformats.org/officeDocument/2006/extended-properties" xmlns:vt="http://schemas.openxmlformats.org/officeDocument/2006/docPropsVTypes">
  <Template>TM04033927[[fn=Main Event]]</Template>
  <TotalTime>71</TotalTime>
  <Application>LibreOffice/25.8.1.1$Linux_X86_64 LibreOffice_project/580$Build-1</Application>
  <AppVersion>15.0000</AppVersion>
  <Words>563</Words>
  <Paragraphs>84</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
  <dc:description>generated using python-pptx</dc:description>
  <dc:language>en-IN</dc:language>
  <cp:lastModifiedBy/>
  <dcterms:modified xsi:type="dcterms:W3CDTF">2025-11-10T10:12:20Z</dcterms:modified>
  <cp:revision>5</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y fmtid="{D5CDD505-2E9C-101B-9397-08002B2CF9AE}" pid="3" name="Slides">
    <vt:i4>16</vt:i4>
  </property>
</Properties>
</file>